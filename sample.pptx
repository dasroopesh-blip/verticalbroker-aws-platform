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147472415" r:id="rId3"/>
    <p:sldId id="2147472426" r:id="rId4"/>
    <p:sldId id="2147472416" r:id="rId5"/>
    <p:sldId id="2147472417" r:id="rId6"/>
    <p:sldId id="2147472418" r:id="rId7"/>
    <p:sldId id="2147472419" r:id="rId8"/>
    <p:sldId id="2147472421" r:id="rId9"/>
    <p:sldId id="2147472422" r:id="rId10"/>
    <p:sldId id="2147472423" r:id="rId11"/>
    <p:sldId id="2147472424" r:id="rId12"/>
    <p:sldId id="2147472425" r:id="rId13"/>
    <p:sldId id="2147472427" r:id="rId14"/>
    <p:sldId id="2147472428" r:id="rId15"/>
    <p:sldId id="21474723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6CF373-DB7D-404C-9924-B5A295BEAD24}" v="14" dt="2025-12-08T15:55:07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4" y="5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usamy, Arunprakash CTR (NHTSA)" userId="ff668d3c-50fe-46df-8868-e2a4e94828fb" providerId="ADAL" clId="{CB6CF373-DB7D-404C-9924-B5A295BEAD24}"/>
    <pc:docChg chg="undo custSel addSld delSld modSld">
      <pc:chgData name="Munusamy, Arunprakash CTR (NHTSA)" userId="ff668d3c-50fe-46df-8868-e2a4e94828fb" providerId="ADAL" clId="{CB6CF373-DB7D-404C-9924-B5A295BEAD24}" dt="2025-12-08T17:33:41.261" v="3377" actId="20577"/>
      <pc:docMkLst>
        <pc:docMk/>
      </pc:docMkLst>
      <pc:sldChg chg="modSp mod">
        <pc:chgData name="Munusamy, Arunprakash CTR (NHTSA)" userId="ff668d3c-50fe-46df-8868-e2a4e94828fb" providerId="ADAL" clId="{CB6CF373-DB7D-404C-9924-B5A295BEAD24}" dt="2025-12-07T19:54:10.338" v="48" actId="20577"/>
        <pc:sldMkLst>
          <pc:docMk/>
          <pc:sldMk cId="0" sldId="256"/>
        </pc:sldMkLst>
        <pc:spChg chg="mod">
          <ac:chgData name="Munusamy, Arunprakash CTR (NHTSA)" userId="ff668d3c-50fe-46df-8868-e2a4e94828fb" providerId="ADAL" clId="{CB6CF373-DB7D-404C-9924-B5A295BEAD24}" dt="2025-12-07T19:54:10.338" v="48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Munusamy, Arunprakash CTR (NHTSA)" userId="ff668d3c-50fe-46df-8868-e2a4e94828fb" providerId="ADAL" clId="{CB6CF373-DB7D-404C-9924-B5A295BEAD24}" dt="2025-12-07T21:14:23.781" v="3233" actId="2696"/>
        <pc:sldMkLst>
          <pc:docMk/>
          <pc:sldMk cId="0" sldId="260"/>
        </pc:sldMkLst>
      </pc:sldChg>
      <pc:sldChg chg="del">
        <pc:chgData name="Munusamy, Arunprakash CTR (NHTSA)" userId="ff668d3c-50fe-46df-8868-e2a4e94828fb" providerId="ADAL" clId="{CB6CF373-DB7D-404C-9924-B5A295BEAD24}" dt="2025-12-07T21:14:27.420" v="3234" actId="2696"/>
        <pc:sldMkLst>
          <pc:docMk/>
          <pc:sldMk cId="0" sldId="261"/>
        </pc:sldMkLst>
      </pc:sldChg>
      <pc:sldChg chg="del">
        <pc:chgData name="Munusamy, Arunprakash CTR (NHTSA)" userId="ff668d3c-50fe-46df-8868-e2a4e94828fb" providerId="ADAL" clId="{CB6CF373-DB7D-404C-9924-B5A295BEAD24}" dt="2025-12-07T20:34:32.583" v="2178" actId="47"/>
        <pc:sldMkLst>
          <pc:docMk/>
          <pc:sldMk cId="1365042685" sldId="262"/>
        </pc:sldMkLst>
      </pc:sldChg>
      <pc:sldChg chg="del">
        <pc:chgData name="Munusamy, Arunprakash CTR (NHTSA)" userId="ff668d3c-50fe-46df-8868-e2a4e94828fb" providerId="ADAL" clId="{CB6CF373-DB7D-404C-9924-B5A295BEAD24}" dt="2025-12-07T21:14:09.747" v="3227" actId="2696"/>
        <pc:sldMkLst>
          <pc:docMk/>
          <pc:sldMk cId="701919116" sldId="263"/>
        </pc:sldMkLst>
      </pc:sldChg>
      <pc:sldChg chg="modSp del mod">
        <pc:chgData name="Munusamy, Arunprakash CTR (NHTSA)" userId="ff668d3c-50fe-46df-8868-e2a4e94828fb" providerId="ADAL" clId="{CB6CF373-DB7D-404C-9924-B5A295BEAD24}" dt="2025-12-07T21:14:04.532" v="3225" actId="2696"/>
        <pc:sldMkLst>
          <pc:docMk/>
          <pc:sldMk cId="3977892663" sldId="265"/>
        </pc:sldMkLst>
        <pc:spChg chg="mod">
          <ac:chgData name="Munusamy, Arunprakash CTR (NHTSA)" userId="ff668d3c-50fe-46df-8868-e2a4e94828fb" providerId="ADAL" clId="{CB6CF373-DB7D-404C-9924-B5A295BEAD24}" dt="2025-12-07T20:52:59.391" v="2847" actId="1076"/>
          <ac:spMkLst>
            <pc:docMk/>
            <pc:sldMk cId="3977892663" sldId="265"/>
            <ac:spMk id="3" creationId="{00000000-0000-0000-0000-000000000000}"/>
          </ac:spMkLst>
        </pc:spChg>
      </pc:sldChg>
      <pc:sldChg chg="modSp del mod">
        <pc:chgData name="Munusamy, Arunprakash CTR (NHTSA)" userId="ff668d3c-50fe-46df-8868-e2a4e94828fb" providerId="ADAL" clId="{CB6CF373-DB7D-404C-9924-B5A295BEAD24}" dt="2025-12-07T21:14:07.296" v="3226" actId="2696"/>
        <pc:sldMkLst>
          <pc:docMk/>
          <pc:sldMk cId="1170346550" sldId="266"/>
        </pc:sldMkLst>
        <pc:picChg chg="mod">
          <ac:chgData name="Munusamy, Arunprakash CTR (NHTSA)" userId="ff668d3c-50fe-46df-8868-e2a4e94828fb" providerId="ADAL" clId="{CB6CF373-DB7D-404C-9924-B5A295BEAD24}" dt="2025-12-07T21:05:31.401" v="3003" actId="1076"/>
          <ac:picMkLst>
            <pc:docMk/>
            <pc:sldMk cId="1170346550" sldId="266"/>
            <ac:picMk id="9" creationId="{AA0595D8-A426-ED69-F2CA-C308221FD2A8}"/>
          </ac:picMkLst>
        </pc:picChg>
      </pc:sldChg>
      <pc:sldChg chg="del">
        <pc:chgData name="Munusamy, Arunprakash CTR (NHTSA)" userId="ff668d3c-50fe-46df-8868-e2a4e94828fb" providerId="ADAL" clId="{CB6CF373-DB7D-404C-9924-B5A295BEAD24}" dt="2025-12-07T21:14:21.310" v="3232" actId="2696"/>
        <pc:sldMkLst>
          <pc:docMk/>
          <pc:sldMk cId="1653307797" sldId="267"/>
        </pc:sldMkLst>
      </pc:sldChg>
      <pc:sldChg chg="del">
        <pc:chgData name="Munusamy, Arunprakash CTR (NHTSA)" userId="ff668d3c-50fe-46df-8868-e2a4e94828fb" providerId="ADAL" clId="{CB6CF373-DB7D-404C-9924-B5A295BEAD24}" dt="2025-12-07T21:14:11.918" v="3228" actId="2696"/>
        <pc:sldMkLst>
          <pc:docMk/>
          <pc:sldMk cId="3119370418" sldId="268"/>
        </pc:sldMkLst>
      </pc:sldChg>
      <pc:sldChg chg="del">
        <pc:chgData name="Munusamy, Arunprakash CTR (NHTSA)" userId="ff668d3c-50fe-46df-8868-e2a4e94828fb" providerId="ADAL" clId="{CB6CF373-DB7D-404C-9924-B5A295BEAD24}" dt="2025-12-07T21:14:14.765" v="3229" actId="2696"/>
        <pc:sldMkLst>
          <pc:docMk/>
          <pc:sldMk cId="3920996483" sldId="269"/>
        </pc:sldMkLst>
      </pc:sldChg>
      <pc:sldChg chg="del">
        <pc:chgData name="Munusamy, Arunprakash CTR (NHTSA)" userId="ff668d3c-50fe-46df-8868-e2a4e94828fb" providerId="ADAL" clId="{CB6CF373-DB7D-404C-9924-B5A295BEAD24}" dt="2025-12-07T21:14:16.838" v="3230" actId="2696"/>
        <pc:sldMkLst>
          <pc:docMk/>
          <pc:sldMk cId="165763441" sldId="270"/>
        </pc:sldMkLst>
      </pc:sldChg>
      <pc:sldChg chg="del">
        <pc:chgData name="Munusamy, Arunprakash CTR (NHTSA)" userId="ff668d3c-50fe-46df-8868-e2a4e94828fb" providerId="ADAL" clId="{CB6CF373-DB7D-404C-9924-B5A295BEAD24}" dt="2025-12-07T21:14:18.876" v="3231" actId="2696"/>
        <pc:sldMkLst>
          <pc:docMk/>
          <pc:sldMk cId="498074731" sldId="271"/>
        </pc:sldMkLst>
      </pc:sldChg>
      <pc:sldChg chg="del">
        <pc:chgData name="Munusamy, Arunprakash CTR (NHTSA)" userId="ff668d3c-50fe-46df-8868-e2a4e94828fb" providerId="ADAL" clId="{CB6CF373-DB7D-404C-9924-B5A295BEAD24}" dt="2025-12-07T21:14:01.060" v="3224" actId="2696"/>
        <pc:sldMkLst>
          <pc:docMk/>
          <pc:sldMk cId="2410900041" sldId="275"/>
        </pc:sldMkLst>
      </pc:sldChg>
      <pc:sldChg chg="del">
        <pc:chgData name="Munusamy, Arunprakash CTR (NHTSA)" userId="ff668d3c-50fe-46df-8868-e2a4e94828fb" providerId="ADAL" clId="{CB6CF373-DB7D-404C-9924-B5A295BEAD24}" dt="2025-12-07T21:13:57.746" v="3223" actId="2696"/>
        <pc:sldMkLst>
          <pc:docMk/>
          <pc:sldMk cId="3468026365" sldId="2147472362"/>
        </pc:sldMkLst>
      </pc:sldChg>
      <pc:sldChg chg="del">
        <pc:chgData name="Munusamy, Arunprakash CTR (NHTSA)" userId="ff668d3c-50fe-46df-8868-e2a4e94828fb" providerId="ADAL" clId="{CB6CF373-DB7D-404C-9924-B5A295BEAD24}" dt="2025-12-07T21:12:34.491" v="3183" actId="2696"/>
        <pc:sldMkLst>
          <pc:docMk/>
          <pc:sldMk cId="3496708991" sldId="2147472370"/>
        </pc:sldMkLst>
      </pc:sldChg>
      <pc:sldChg chg="del">
        <pc:chgData name="Munusamy, Arunprakash CTR (NHTSA)" userId="ff668d3c-50fe-46df-8868-e2a4e94828fb" providerId="ADAL" clId="{CB6CF373-DB7D-404C-9924-B5A295BEAD24}" dt="2025-12-07T21:12:24.556" v="3182" actId="2696"/>
        <pc:sldMkLst>
          <pc:docMk/>
          <pc:sldMk cId="1286905886" sldId="2147472371"/>
        </pc:sldMkLst>
      </pc:sldChg>
      <pc:sldChg chg="del">
        <pc:chgData name="Munusamy, Arunprakash CTR (NHTSA)" userId="ff668d3c-50fe-46df-8868-e2a4e94828fb" providerId="ADAL" clId="{CB6CF373-DB7D-404C-9924-B5A295BEAD24}" dt="2025-12-07T21:12:37.825" v="3184" actId="2696"/>
        <pc:sldMkLst>
          <pc:docMk/>
          <pc:sldMk cId="2306309380" sldId="2147472379"/>
        </pc:sldMkLst>
      </pc:sldChg>
      <pc:sldChg chg="del">
        <pc:chgData name="Munusamy, Arunprakash CTR (NHTSA)" userId="ff668d3c-50fe-46df-8868-e2a4e94828fb" providerId="ADAL" clId="{CB6CF373-DB7D-404C-9924-B5A295BEAD24}" dt="2025-12-07T21:12:41.044" v="3185" actId="2696"/>
        <pc:sldMkLst>
          <pc:docMk/>
          <pc:sldMk cId="3525354640" sldId="2147472414"/>
        </pc:sldMkLst>
      </pc:sldChg>
      <pc:sldChg chg="modSp new mod">
        <pc:chgData name="Munusamy, Arunprakash CTR (NHTSA)" userId="ff668d3c-50fe-46df-8868-e2a4e94828fb" providerId="ADAL" clId="{CB6CF373-DB7D-404C-9924-B5A295BEAD24}" dt="2025-12-07T19:57:21.885" v="331" actId="20577"/>
        <pc:sldMkLst>
          <pc:docMk/>
          <pc:sldMk cId="3677036423" sldId="2147472415"/>
        </pc:sldMkLst>
        <pc:spChg chg="mod">
          <ac:chgData name="Munusamy, Arunprakash CTR (NHTSA)" userId="ff668d3c-50fe-46df-8868-e2a4e94828fb" providerId="ADAL" clId="{CB6CF373-DB7D-404C-9924-B5A295BEAD24}" dt="2025-12-07T19:55:20.950" v="68" actId="20577"/>
          <ac:spMkLst>
            <pc:docMk/>
            <pc:sldMk cId="3677036423" sldId="2147472415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7T19:57:21.885" v="331" actId="20577"/>
          <ac:spMkLst>
            <pc:docMk/>
            <pc:sldMk cId="3677036423" sldId="2147472415"/>
            <ac:spMk id="3" creationId="{E66AAB3E-E7BB-1CA4-7B0D-9E7C34A275C3}"/>
          </ac:spMkLst>
        </pc:spChg>
      </pc:sldChg>
      <pc:sldChg chg="addSp delSp modSp new mod setBg">
        <pc:chgData name="Munusamy, Arunprakash CTR (NHTSA)" userId="ff668d3c-50fe-46df-8868-e2a4e94828fb" providerId="ADAL" clId="{CB6CF373-DB7D-404C-9924-B5A295BEAD24}" dt="2025-12-08T15:51:48.963" v="3287" actId="1076"/>
        <pc:sldMkLst>
          <pc:docMk/>
          <pc:sldMk cId="4259595334" sldId="2147472416"/>
        </pc:sldMkLst>
        <pc:spChg chg="mod">
          <ac:chgData name="Munusamy, Arunprakash CTR (NHTSA)" userId="ff668d3c-50fe-46df-8868-e2a4e94828fb" providerId="ADAL" clId="{CB6CF373-DB7D-404C-9924-B5A295BEAD24}" dt="2025-12-08T15:51:30.223" v="3280" actId="26606"/>
          <ac:spMkLst>
            <pc:docMk/>
            <pc:sldMk cId="4259595334" sldId="2147472416"/>
            <ac:spMk id="2" creationId="{D11C649D-7255-A584-8584-C60F10FA4F11}"/>
          </ac:spMkLst>
        </pc:spChg>
        <pc:spChg chg="del">
          <ac:chgData name="Munusamy, Arunprakash CTR (NHTSA)" userId="ff668d3c-50fe-46df-8868-e2a4e94828fb" providerId="ADAL" clId="{CB6CF373-DB7D-404C-9924-B5A295BEAD24}" dt="2025-12-07T20:07:57.385" v="374" actId="478"/>
          <ac:spMkLst>
            <pc:docMk/>
            <pc:sldMk cId="4259595334" sldId="2147472416"/>
            <ac:spMk id="3" creationId="{429C0491-C6DD-3465-4C0D-3751316963F8}"/>
          </ac:spMkLst>
        </pc:spChg>
        <pc:spChg chg="add">
          <ac:chgData name="Munusamy, Arunprakash CTR (NHTSA)" userId="ff668d3c-50fe-46df-8868-e2a4e94828fb" providerId="ADAL" clId="{CB6CF373-DB7D-404C-9924-B5A295BEAD24}" dt="2025-12-08T15:51:30.223" v="3280" actId="26606"/>
          <ac:spMkLst>
            <pc:docMk/>
            <pc:sldMk cId="4259595334" sldId="2147472416"/>
            <ac:spMk id="9" creationId="{53F29798-D584-4792-9B62-3F5F5C36D619}"/>
          </ac:spMkLst>
        </pc:spChg>
        <pc:picChg chg="add mod">
          <ac:chgData name="Munusamy, Arunprakash CTR (NHTSA)" userId="ff668d3c-50fe-46df-8868-e2a4e94828fb" providerId="ADAL" clId="{CB6CF373-DB7D-404C-9924-B5A295BEAD24}" dt="2025-12-08T15:51:48.963" v="3287" actId="1076"/>
          <ac:picMkLst>
            <pc:docMk/>
            <pc:sldMk cId="4259595334" sldId="2147472416"/>
            <ac:picMk id="4" creationId="{1C2B9525-8DE6-FBA7-C33E-F05270981260}"/>
          </ac:picMkLst>
        </pc:picChg>
        <pc:picChg chg="add del mod">
          <ac:chgData name="Munusamy, Arunprakash CTR (NHTSA)" userId="ff668d3c-50fe-46df-8868-e2a4e94828fb" providerId="ADAL" clId="{CB6CF373-DB7D-404C-9924-B5A295BEAD24}" dt="2025-12-08T15:51:25.287" v="3277" actId="478"/>
          <ac:picMkLst>
            <pc:docMk/>
            <pc:sldMk cId="4259595334" sldId="2147472416"/>
            <ac:picMk id="5" creationId="{DA657DDB-0778-C277-8A65-288A039BB3FB}"/>
          </ac:picMkLst>
        </pc:picChg>
      </pc:sldChg>
      <pc:sldChg chg="addSp delSp modSp add mod setBg">
        <pc:chgData name="Munusamy, Arunprakash CTR (NHTSA)" userId="ff668d3c-50fe-46df-8868-e2a4e94828fb" providerId="ADAL" clId="{CB6CF373-DB7D-404C-9924-B5A295BEAD24}" dt="2025-12-07T20:16:06.862" v="624" actId="20577"/>
        <pc:sldMkLst>
          <pc:docMk/>
          <pc:sldMk cId="1248506096" sldId="2147472417"/>
        </pc:sldMkLst>
        <pc:spChg chg="mod">
          <ac:chgData name="Munusamy, Arunprakash CTR (NHTSA)" userId="ff668d3c-50fe-46df-8868-e2a4e94828fb" providerId="ADAL" clId="{CB6CF373-DB7D-404C-9924-B5A295BEAD24}" dt="2025-12-07T20:16:06.862" v="624" actId="20577"/>
          <ac:spMkLst>
            <pc:docMk/>
            <pc:sldMk cId="1248506096" sldId="2147472417"/>
            <ac:spMk id="2" creationId="{D11C649D-7255-A584-8584-C60F10FA4F11}"/>
          </ac:spMkLst>
        </pc:spChg>
        <pc:spChg chg="add mod ord">
          <ac:chgData name="Munusamy, Arunprakash CTR (NHTSA)" userId="ff668d3c-50fe-46df-8868-e2a4e94828fb" providerId="ADAL" clId="{CB6CF373-DB7D-404C-9924-B5A295BEAD24}" dt="2025-12-07T20:13:14.654" v="588" actId="20577"/>
          <ac:spMkLst>
            <pc:docMk/>
            <pc:sldMk cId="1248506096" sldId="2147472417"/>
            <ac:spMk id="6" creationId="{083FFCFF-D046-8985-520D-E7E10DE2D313}"/>
          </ac:spMkLst>
        </pc:spChg>
        <pc:spChg chg="add del">
          <ac:chgData name="Munusamy, Arunprakash CTR (NHTSA)" userId="ff668d3c-50fe-46df-8868-e2a4e94828fb" providerId="ADAL" clId="{CB6CF373-DB7D-404C-9924-B5A295BEAD24}" dt="2025-12-07T20:12:56.292" v="583" actId="26606"/>
          <ac:spMkLst>
            <pc:docMk/>
            <pc:sldMk cId="1248506096" sldId="2147472417"/>
            <ac:spMk id="11" creationId="{2B97F24A-32CE-4C1C-A50D-3016B394DCFB}"/>
          </ac:spMkLst>
        </pc:spChg>
        <pc:spChg chg="add del">
          <ac:chgData name="Munusamy, Arunprakash CTR (NHTSA)" userId="ff668d3c-50fe-46df-8868-e2a4e94828fb" providerId="ADAL" clId="{CB6CF373-DB7D-404C-9924-B5A295BEAD24}" dt="2025-12-07T20:12:56.292" v="583" actId="26606"/>
          <ac:spMkLst>
            <pc:docMk/>
            <pc:sldMk cId="1248506096" sldId="2147472417"/>
            <ac:spMk id="13" creationId="{CD8B4F24-440B-49E9-B85D-733523DC064B}"/>
          </ac:spMkLst>
        </pc:spChg>
        <pc:picChg chg="add mod ord">
          <ac:chgData name="Munusamy, Arunprakash CTR (NHTSA)" userId="ff668d3c-50fe-46df-8868-e2a4e94828fb" providerId="ADAL" clId="{CB6CF373-DB7D-404C-9924-B5A295BEAD24}" dt="2025-12-07T20:12:56.292" v="583" actId="26606"/>
          <ac:picMkLst>
            <pc:docMk/>
            <pc:sldMk cId="1248506096" sldId="2147472417"/>
            <ac:picMk id="4" creationId="{1595B4F1-9C6E-6473-0206-76BA76D2923B}"/>
          </ac:picMkLst>
        </pc:picChg>
        <pc:picChg chg="del">
          <ac:chgData name="Munusamy, Arunprakash CTR (NHTSA)" userId="ff668d3c-50fe-46df-8868-e2a4e94828fb" providerId="ADAL" clId="{CB6CF373-DB7D-404C-9924-B5A295BEAD24}" dt="2025-12-07T20:09:28.164" v="379" actId="478"/>
          <ac:picMkLst>
            <pc:docMk/>
            <pc:sldMk cId="1248506096" sldId="2147472417"/>
            <ac:picMk id="5" creationId="{DA657DDB-0778-C277-8A65-288A039BB3FB}"/>
          </ac:picMkLst>
        </pc:picChg>
      </pc:sldChg>
      <pc:sldChg chg="addSp delSp modSp mod">
        <pc:chgData name="Munusamy, Arunprakash CTR (NHTSA)" userId="ff668d3c-50fe-46df-8868-e2a4e94828fb" providerId="ADAL" clId="{CB6CF373-DB7D-404C-9924-B5A295BEAD24}" dt="2025-12-08T15:55:17.029" v="3294" actId="1076"/>
        <pc:sldMkLst>
          <pc:docMk/>
          <pc:sldMk cId="1712193003" sldId="2147472418"/>
        </pc:sldMkLst>
        <pc:spChg chg="mod">
          <ac:chgData name="Munusamy, Arunprakash CTR (NHTSA)" userId="ff668d3c-50fe-46df-8868-e2a4e94828fb" providerId="ADAL" clId="{CB6CF373-DB7D-404C-9924-B5A295BEAD24}" dt="2025-12-07T20:14:43.026" v="590" actId="20577"/>
          <ac:spMkLst>
            <pc:docMk/>
            <pc:sldMk cId="1712193003" sldId="2147472418"/>
            <ac:spMk id="2" creationId="{D11C649D-7255-A584-8584-C60F10FA4F11}"/>
          </ac:spMkLst>
        </pc:spChg>
        <pc:picChg chg="add del mod">
          <ac:chgData name="Munusamy, Arunprakash CTR (NHTSA)" userId="ff668d3c-50fe-46df-8868-e2a4e94828fb" providerId="ADAL" clId="{CB6CF373-DB7D-404C-9924-B5A295BEAD24}" dt="2025-12-08T15:52:28.847" v="3288" actId="478"/>
          <ac:picMkLst>
            <pc:docMk/>
            <pc:sldMk cId="1712193003" sldId="2147472418"/>
            <ac:picMk id="4" creationId="{2A194B1A-90D5-D476-9686-3E482202F0DA}"/>
          </ac:picMkLst>
        </pc:picChg>
        <pc:picChg chg="add mod">
          <ac:chgData name="Munusamy, Arunprakash CTR (NHTSA)" userId="ff668d3c-50fe-46df-8868-e2a4e94828fb" providerId="ADAL" clId="{CB6CF373-DB7D-404C-9924-B5A295BEAD24}" dt="2025-12-08T15:55:17.029" v="3294" actId="1076"/>
          <ac:picMkLst>
            <pc:docMk/>
            <pc:sldMk cId="1712193003" sldId="2147472418"/>
            <ac:picMk id="5" creationId="{271FD699-1C70-96EE-706F-B9E82502949D}"/>
          </ac:picMkLst>
        </pc:picChg>
        <pc:picChg chg="del">
          <ac:chgData name="Munusamy, Arunprakash CTR (NHTSA)" userId="ff668d3c-50fe-46df-8868-e2a4e94828fb" providerId="ADAL" clId="{CB6CF373-DB7D-404C-9924-B5A295BEAD24}" dt="2025-12-07T20:14:46.501" v="591" actId="478"/>
          <ac:picMkLst>
            <pc:docMk/>
            <pc:sldMk cId="1712193003" sldId="2147472418"/>
            <ac:picMk id="5" creationId="{DA657DDB-0778-C277-8A65-288A039BB3FB}"/>
          </ac:picMkLst>
        </pc:picChg>
      </pc:sldChg>
      <pc:sldChg chg="addSp delSp modSp add mod">
        <pc:chgData name="Munusamy, Arunprakash CTR (NHTSA)" userId="ff668d3c-50fe-46df-8868-e2a4e94828fb" providerId="ADAL" clId="{CB6CF373-DB7D-404C-9924-B5A295BEAD24}" dt="2025-12-08T17:25:56.718" v="3332" actId="20577"/>
        <pc:sldMkLst>
          <pc:docMk/>
          <pc:sldMk cId="480479517" sldId="2147472419"/>
        </pc:sldMkLst>
        <pc:spChg chg="mod">
          <ac:chgData name="Munusamy, Arunprakash CTR (NHTSA)" userId="ff668d3c-50fe-46df-8868-e2a4e94828fb" providerId="ADAL" clId="{CB6CF373-DB7D-404C-9924-B5A295BEAD24}" dt="2025-12-07T20:15:58.398" v="611" actId="20577"/>
          <ac:spMkLst>
            <pc:docMk/>
            <pc:sldMk cId="480479517" sldId="2147472419"/>
            <ac:spMk id="2" creationId="{D11C649D-7255-A584-8584-C60F10FA4F11}"/>
          </ac:spMkLst>
        </pc:spChg>
        <pc:spChg chg="add mod">
          <ac:chgData name="Munusamy, Arunprakash CTR (NHTSA)" userId="ff668d3c-50fe-46df-8868-e2a4e94828fb" providerId="ADAL" clId="{CB6CF373-DB7D-404C-9924-B5A295BEAD24}" dt="2025-12-07T20:46:06.462" v="2736" actId="14100"/>
          <ac:spMkLst>
            <pc:docMk/>
            <pc:sldMk cId="480479517" sldId="2147472419"/>
            <ac:spMk id="8" creationId="{2E4C4770-F1FB-B1BF-7237-5D9B18F52460}"/>
          </ac:spMkLst>
        </pc:spChg>
        <pc:spChg chg="add mod">
          <ac:chgData name="Munusamy, Arunprakash CTR (NHTSA)" userId="ff668d3c-50fe-46df-8868-e2a4e94828fb" providerId="ADAL" clId="{CB6CF373-DB7D-404C-9924-B5A295BEAD24}" dt="2025-12-08T17:25:56.718" v="3332" actId="20577"/>
          <ac:spMkLst>
            <pc:docMk/>
            <pc:sldMk cId="480479517" sldId="2147472419"/>
            <ac:spMk id="9" creationId="{5AEAD057-1C76-DECF-ADB0-98C56156B38C}"/>
          </ac:spMkLst>
        </pc:spChg>
        <pc:picChg chg="del">
          <ac:chgData name="Munusamy, Arunprakash CTR (NHTSA)" userId="ff668d3c-50fe-46df-8868-e2a4e94828fb" providerId="ADAL" clId="{CB6CF373-DB7D-404C-9924-B5A295BEAD24}" dt="2025-12-07T20:17:03.799" v="625" actId="478"/>
          <ac:picMkLst>
            <pc:docMk/>
            <pc:sldMk cId="480479517" sldId="2147472419"/>
            <ac:picMk id="4" creationId="{2A194B1A-90D5-D476-9686-3E482202F0DA}"/>
          </ac:picMkLst>
        </pc:picChg>
        <pc:picChg chg="add mod">
          <ac:chgData name="Munusamy, Arunprakash CTR (NHTSA)" userId="ff668d3c-50fe-46df-8868-e2a4e94828fb" providerId="ADAL" clId="{CB6CF373-DB7D-404C-9924-B5A295BEAD24}" dt="2025-12-07T20:17:05.784" v="630"/>
          <ac:picMkLst>
            <pc:docMk/>
            <pc:sldMk cId="480479517" sldId="2147472419"/>
            <ac:picMk id="5" creationId="{B3E55E38-D03A-9CB9-3AFF-A44F029E5063}"/>
          </ac:picMkLst>
        </pc:picChg>
        <pc:picChg chg="add mod">
          <ac:chgData name="Munusamy, Arunprakash CTR (NHTSA)" userId="ff668d3c-50fe-46df-8868-e2a4e94828fb" providerId="ADAL" clId="{CB6CF373-DB7D-404C-9924-B5A295BEAD24}" dt="2025-12-07T20:17:45.323" v="635" actId="1076"/>
          <ac:picMkLst>
            <pc:docMk/>
            <pc:sldMk cId="480479517" sldId="2147472419"/>
            <ac:picMk id="7" creationId="{4A352CC2-FA54-8449-81FE-67A7E6A4B3ED}"/>
          </ac:picMkLst>
        </pc:picChg>
        <pc:cxnChg chg="add">
          <ac:chgData name="Munusamy, Arunprakash CTR (NHTSA)" userId="ff668d3c-50fe-46df-8868-e2a4e94828fb" providerId="ADAL" clId="{CB6CF373-DB7D-404C-9924-B5A295BEAD24}" dt="2025-12-07T20:46:58.824" v="2737" actId="11529"/>
          <ac:cxnSpMkLst>
            <pc:docMk/>
            <pc:sldMk cId="480479517" sldId="2147472419"/>
            <ac:cxnSpMk id="11" creationId="{4FD8DF41-B720-0D64-4BA0-D314DC1D74C9}"/>
          </ac:cxnSpMkLst>
        </pc:cxnChg>
      </pc:sldChg>
      <pc:sldChg chg="new del">
        <pc:chgData name="Munusamy, Arunprakash CTR (NHTSA)" userId="ff668d3c-50fe-46df-8868-e2a4e94828fb" providerId="ADAL" clId="{CB6CF373-DB7D-404C-9924-B5A295BEAD24}" dt="2025-12-07T20:33:51.362" v="2177" actId="2696"/>
        <pc:sldMkLst>
          <pc:docMk/>
          <pc:sldMk cId="2744323820" sldId="2147472420"/>
        </pc:sldMkLst>
      </pc:sldChg>
      <pc:sldChg chg="modSp mod">
        <pc:chgData name="Munusamy, Arunprakash CTR (NHTSA)" userId="ff668d3c-50fe-46df-8868-e2a4e94828fb" providerId="ADAL" clId="{CB6CF373-DB7D-404C-9924-B5A295BEAD24}" dt="2025-12-08T17:26:18.733" v="3351" actId="20577"/>
        <pc:sldMkLst>
          <pc:docMk/>
          <pc:sldMk cId="2876058951" sldId="2147472421"/>
        </pc:sldMkLst>
        <pc:spChg chg="mod">
          <ac:chgData name="Munusamy, Arunprakash CTR (NHTSA)" userId="ff668d3c-50fe-46df-8868-e2a4e94828fb" providerId="ADAL" clId="{CB6CF373-DB7D-404C-9924-B5A295BEAD24}" dt="2025-12-07T20:19:56.334" v="825" actId="20577"/>
          <ac:spMkLst>
            <pc:docMk/>
            <pc:sldMk cId="2876058951" sldId="2147472421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26:18.733" v="3351" actId="20577"/>
          <ac:spMkLst>
            <pc:docMk/>
            <pc:sldMk cId="2876058951" sldId="2147472421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5:41:50.194" v="3271" actId="20577"/>
        <pc:sldMkLst>
          <pc:docMk/>
          <pc:sldMk cId="1230075988" sldId="2147472422"/>
        </pc:sldMkLst>
        <pc:spChg chg="mod">
          <ac:chgData name="Munusamy, Arunprakash CTR (NHTSA)" userId="ff668d3c-50fe-46df-8868-e2a4e94828fb" providerId="ADAL" clId="{CB6CF373-DB7D-404C-9924-B5A295BEAD24}" dt="2025-12-07T20:21:54.716" v="1113" actId="20577"/>
          <ac:spMkLst>
            <pc:docMk/>
            <pc:sldMk cId="1230075988" sldId="2147472422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5:41:50.194" v="3271" actId="20577"/>
          <ac:spMkLst>
            <pc:docMk/>
            <pc:sldMk cId="1230075988" sldId="2147472422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7:27:03.998" v="3359" actId="20577"/>
        <pc:sldMkLst>
          <pc:docMk/>
          <pc:sldMk cId="1261070948" sldId="2147472423"/>
        </pc:sldMkLst>
        <pc:spChg chg="mod">
          <ac:chgData name="Munusamy, Arunprakash CTR (NHTSA)" userId="ff668d3c-50fe-46df-8868-e2a4e94828fb" providerId="ADAL" clId="{CB6CF373-DB7D-404C-9924-B5A295BEAD24}" dt="2025-12-07T20:30:05.155" v="1868" actId="20577"/>
          <ac:spMkLst>
            <pc:docMk/>
            <pc:sldMk cId="1261070948" sldId="2147472423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27:03.998" v="3359" actId="20577"/>
          <ac:spMkLst>
            <pc:docMk/>
            <pc:sldMk cId="1261070948" sldId="2147472423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7T20:36:57.207" v="2365" actId="20577"/>
        <pc:sldMkLst>
          <pc:docMk/>
          <pc:sldMk cId="3721104126" sldId="2147472424"/>
        </pc:sldMkLst>
        <pc:spChg chg="mod">
          <ac:chgData name="Munusamy, Arunprakash CTR (NHTSA)" userId="ff668d3c-50fe-46df-8868-e2a4e94828fb" providerId="ADAL" clId="{CB6CF373-DB7D-404C-9924-B5A295BEAD24}" dt="2025-12-07T20:35:49.343" v="2205" actId="20577"/>
          <ac:spMkLst>
            <pc:docMk/>
            <pc:sldMk cId="3721104126" sldId="2147472424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7T20:36:57.207" v="2365" actId="20577"/>
          <ac:spMkLst>
            <pc:docMk/>
            <pc:sldMk cId="3721104126" sldId="2147472424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7:30:45.009" v="3375" actId="20577"/>
        <pc:sldMkLst>
          <pc:docMk/>
          <pc:sldMk cId="308809852" sldId="2147472425"/>
        </pc:sldMkLst>
        <pc:spChg chg="mod">
          <ac:chgData name="Munusamy, Arunprakash CTR (NHTSA)" userId="ff668d3c-50fe-46df-8868-e2a4e94828fb" providerId="ADAL" clId="{CB6CF373-DB7D-404C-9924-B5A295BEAD24}" dt="2025-12-07T20:37:19.935" v="2395" actId="20577"/>
          <ac:spMkLst>
            <pc:docMk/>
            <pc:sldMk cId="308809852" sldId="2147472425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30:45.009" v="3375" actId="20577"/>
          <ac:spMkLst>
            <pc:docMk/>
            <pc:sldMk cId="308809852" sldId="2147472425"/>
            <ac:spMk id="3" creationId="{E66AAB3E-E7BB-1CA4-7B0D-9E7C34A275C3}"/>
          </ac:spMkLst>
        </pc:spChg>
      </pc:sldChg>
      <pc:sldChg chg="modSp mod">
        <pc:chgData name="Munusamy, Arunprakash CTR (NHTSA)" userId="ff668d3c-50fe-46df-8868-e2a4e94828fb" providerId="ADAL" clId="{CB6CF373-DB7D-404C-9924-B5A295BEAD24}" dt="2025-12-07T20:41:19.298" v="2672" actId="14734"/>
        <pc:sldMkLst>
          <pc:docMk/>
          <pc:sldMk cId="610369062" sldId="2147472426"/>
        </pc:sldMkLst>
        <pc:graphicFrameChg chg="mod modGraphic">
          <ac:chgData name="Munusamy, Arunprakash CTR (NHTSA)" userId="ff668d3c-50fe-46df-8868-e2a4e94828fb" providerId="ADAL" clId="{CB6CF373-DB7D-404C-9924-B5A295BEAD24}" dt="2025-12-07T20:41:19.298" v="2672" actId="14734"/>
          <ac:graphicFrameMkLst>
            <pc:docMk/>
            <pc:sldMk cId="610369062" sldId="2147472426"/>
            <ac:graphicFrameMk id="5" creationId="{79970AD5-CA24-9C93-FD1F-9DEB1643D386}"/>
          </ac:graphicFrameMkLst>
        </pc:graphicFrameChg>
      </pc:sldChg>
      <pc:sldChg chg="modSp add mod">
        <pc:chgData name="Munusamy, Arunprakash CTR (NHTSA)" userId="ff668d3c-50fe-46df-8868-e2a4e94828fb" providerId="ADAL" clId="{CB6CF373-DB7D-404C-9924-B5A295BEAD24}" dt="2025-12-08T17:32:44.360" v="3376" actId="6549"/>
        <pc:sldMkLst>
          <pc:docMk/>
          <pc:sldMk cId="1883330145" sldId="2147472427"/>
        </pc:sldMkLst>
        <pc:spChg chg="mod">
          <ac:chgData name="Munusamy, Arunprakash CTR (NHTSA)" userId="ff668d3c-50fe-46df-8868-e2a4e94828fb" providerId="ADAL" clId="{CB6CF373-DB7D-404C-9924-B5A295BEAD24}" dt="2025-12-07T20:41:51.075" v="2703" actId="20577"/>
          <ac:spMkLst>
            <pc:docMk/>
            <pc:sldMk cId="1883330145" sldId="2147472427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32:44.360" v="3376" actId="6549"/>
          <ac:spMkLst>
            <pc:docMk/>
            <pc:sldMk cId="1883330145" sldId="2147472427"/>
            <ac:spMk id="3" creationId="{E66AAB3E-E7BB-1CA4-7B0D-9E7C34A275C3}"/>
          </ac:spMkLst>
        </pc:spChg>
      </pc:sldChg>
      <pc:sldChg chg="modSp mod">
        <pc:chgData name="Munusamy, Arunprakash CTR (NHTSA)" userId="ff668d3c-50fe-46df-8868-e2a4e94828fb" providerId="ADAL" clId="{CB6CF373-DB7D-404C-9924-B5A295BEAD24}" dt="2025-12-08T17:33:41.261" v="3377" actId="20577"/>
        <pc:sldMkLst>
          <pc:docMk/>
          <pc:sldMk cId="622159752" sldId="2147472428"/>
        </pc:sldMkLst>
        <pc:spChg chg="mod">
          <ac:chgData name="Munusamy, Arunprakash CTR (NHTSA)" userId="ff668d3c-50fe-46df-8868-e2a4e94828fb" providerId="ADAL" clId="{CB6CF373-DB7D-404C-9924-B5A295BEAD24}" dt="2025-12-08T17:33:41.261" v="3377" actId="20577"/>
          <ac:spMkLst>
            <pc:docMk/>
            <pc:sldMk cId="622159752" sldId="2147472428"/>
            <ac:spMk id="3" creationId="{00000000-0000-0000-0000-000000000000}"/>
          </ac:spMkLst>
        </pc:spChg>
      </pc:sldChg>
      <pc:sldMasterChg chg="delSldLayout">
        <pc:chgData name="Munusamy, Arunprakash CTR (NHTSA)" userId="ff668d3c-50fe-46df-8868-e2a4e94828fb" providerId="ADAL" clId="{CB6CF373-DB7D-404C-9924-B5A295BEAD24}" dt="2025-12-07T21:13:57.746" v="3223" actId="2696"/>
        <pc:sldMasterMkLst>
          <pc:docMk/>
          <pc:sldMasterMk cId="2209977519" sldId="2147483648"/>
        </pc:sldMasterMkLst>
        <pc:sldLayoutChg chg="del">
          <pc:chgData name="Munusamy, Arunprakash CTR (NHTSA)" userId="ff668d3c-50fe-46df-8868-e2a4e94828fb" providerId="ADAL" clId="{CB6CF373-DB7D-404C-9924-B5A295BEAD24}" dt="2025-12-07T21:13:57.746" v="3223" actId="2696"/>
          <pc:sldLayoutMkLst>
            <pc:docMk/>
            <pc:sldMasterMk cId="2209977519" sldId="2147483648"/>
            <pc:sldLayoutMk cId="4033810081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062F2-039B-4E86-A216-FF0B3912DA1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E58E8-1C57-4FD8-86B6-AAAE482E3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71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58082-F318-42B1-9B3A-17B8BA7347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42900" y="365126"/>
            <a:ext cx="840105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42900" y="1554480"/>
            <a:ext cx="8401050" cy="4846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"/>
          <p:cNvSpPr/>
          <p:nvPr userDrawn="1"/>
        </p:nvSpPr>
        <p:spPr>
          <a:xfrm>
            <a:off x="342900" y="1359435"/>
            <a:ext cx="8401050" cy="1"/>
          </a:xfrm>
          <a:prstGeom prst="line">
            <a:avLst/>
          </a:prstGeom>
          <a:ln w="41275" cap="rnd">
            <a:solidFill>
              <a:srgbClr val="929292"/>
            </a:solidFill>
            <a:custDash>
              <a:ds d="100000" sp="200000"/>
            </a:custDash>
          </a:ln>
        </p:spPr>
        <p:txBody>
          <a:bodyPr lIns="0" tIns="0" rIns="0" bIns="0" anchor="ctr"/>
          <a:lstStyle/>
          <a:p>
            <a:pPr defTabSz="619125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9463175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SPARKS TIC 3.0 Conversion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Enabling Zero Trust Compliance in DOT AWS </a:t>
            </a:r>
            <a:r>
              <a:rPr dirty="0"/>
              <a:t>Environment </a:t>
            </a:r>
            <a:endParaRPr lang="en-US" dirty="0"/>
          </a:p>
          <a:p>
            <a:r>
              <a:rPr lang="en-US" dirty="0"/>
              <a:t>December</a:t>
            </a:r>
            <a:r>
              <a:rPr dirty="0"/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0D7C-9DEB-1AFB-1B93-20809D8C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TIC 3.0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AB3E-E7BB-1CA4-7B0D-9E7C34A27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TIC 2.0 / MTIPS deprecated for cloud-native systems</a:t>
            </a:r>
          </a:p>
          <a:p>
            <a:r>
              <a:rPr lang="en-US" dirty="0"/>
              <a:t>TIC 3.0 enforces Zero Trust and removed public ingress</a:t>
            </a:r>
          </a:p>
          <a:p>
            <a:r>
              <a:rPr lang="en-US" dirty="0"/>
              <a:t>TLS 1.2 inspection required for all DOT cloud traffic</a:t>
            </a:r>
          </a:p>
        </p:txBody>
      </p:sp>
    </p:spTree>
    <p:extLst>
      <p:ext uri="{BB962C8B-B14F-4D97-AF65-F5344CB8AC3E}">
        <p14:creationId xmlns:p14="http://schemas.microsoft.com/office/powerpoint/2010/main" val="3677036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5000FF-80DC-42F8-AD81-6649714A5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958082-F318-42B1-9B3A-17B8BA7347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CE7AC4-046E-F609-1CB6-8F946A37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ea typeface="+mn-ea"/>
                <a:cs typeface="+mn-cs"/>
              </a:rPr>
              <a:t>DOT’s Approach to Achieve TIC 3.0 Objectives</a:t>
            </a:r>
            <a:endParaRPr lang="en-US" sz="3600" dirty="0">
              <a:cs typeface="Arial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9970AD5-CA24-9C93-FD1F-9DEB1643D3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536161"/>
              </p:ext>
            </p:extLst>
          </p:nvPr>
        </p:nvGraphicFramePr>
        <p:xfrm>
          <a:off x="240632" y="1582152"/>
          <a:ext cx="8489031" cy="4892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708">
                  <a:extLst>
                    <a:ext uri="{9D8B030D-6E8A-4147-A177-3AD203B41FA5}">
                      <a16:colId xmlns:a16="http://schemas.microsoft.com/office/drawing/2014/main" val="1055291320"/>
                    </a:ext>
                  </a:extLst>
                </a:gridCol>
                <a:gridCol w="2820837">
                  <a:extLst>
                    <a:ext uri="{9D8B030D-6E8A-4147-A177-3AD203B41FA5}">
                      <a16:colId xmlns:a16="http://schemas.microsoft.com/office/drawing/2014/main" val="1324327644"/>
                    </a:ext>
                  </a:extLst>
                </a:gridCol>
                <a:gridCol w="3838486">
                  <a:extLst>
                    <a:ext uri="{9D8B030D-6E8A-4147-A177-3AD203B41FA5}">
                      <a16:colId xmlns:a16="http://schemas.microsoft.com/office/drawing/2014/main" val="1955485041"/>
                    </a:ext>
                  </a:extLst>
                </a:gridCol>
              </a:tblGrid>
              <a:tr h="55443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TIC 3.0 Objective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Cloud User Approach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47228165"/>
                  </a:ext>
                </a:extLst>
              </a:tr>
              <a:tr h="804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Manage Traffic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Observe, validate, and filter data connections to align with authorized activities; least privilege and default deny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 Palo Alto Next Generation Firewall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Gateway Load Balancer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Security Groups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73116115"/>
                  </a:ext>
                </a:extLst>
              </a:tr>
              <a:tr h="1066971">
                <a:tc>
                  <a:txBody>
                    <a:bodyPr/>
                    <a:lstStyle/>
                    <a:p>
                      <a:r>
                        <a:rPr lang="en-US" sz="1400" dirty="0"/>
                        <a:t>Protect Traffic Confidentiality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Ensure only authorized parties can discern the contents of data in transit; sender and receiver identification and enforcement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 HTTP Strict Transport Security (HSTS) and TLS 1.2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Web Application Firewall (Cloud Native)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DDOS (Cloud Native)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Palo Alto NGFW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82730445"/>
                  </a:ext>
                </a:extLst>
              </a:tr>
              <a:tr h="1024173">
                <a:tc>
                  <a:txBody>
                    <a:bodyPr/>
                    <a:lstStyle/>
                    <a:p>
                      <a:r>
                        <a:rPr lang="en-US" sz="1400" dirty="0"/>
                        <a:t>Protect Traffic Integrity</a:t>
                      </a:r>
                      <a:endParaRPr lang="en-US" sz="1400" b="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Prevent alteration of data in transit; detect altered data in transit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 Palo Alto Prisma Cloud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</a:t>
                      </a:r>
                      <a:r>
                        <a:rPr lang="en-US" sz="1400" dirty="0" err="1"/>
                        <a:t>Corelight</a:t>
                      </a:r>
                      <a:r>
                        <a:rPr lang="en-US" sz="1400" dirty="0"/>
                        <a:t> IDS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Keysight Network Tap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83823449"/>
                  </a:ext>
                </a:extLst>
              </a:tr>
              <a:tr h="1324596">
                <a:tc>
                  <a:txBody>
                    <a:bodyPr/>
                    <a:lstStyle/>
                    <a:p>
                      <a:r>
                        <a:rPr lang="en-US" sz="1400" dirty="0"/>
                        <a:t>Ensure Service Resiliency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Promote timely reaction and adapt future response to discovered threats; policies defined and implemented; simplified adoption of new countermeasures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 Palo Alto Prisma Cloud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Palo Alto Cortex Tools – XSOAR, XDR, Firewall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79872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36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1C649D-7255-A584-8584-C60F10FA4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SPARKS with TIC 2.0</a:t>
            </a:r>
          </a:p>
        </p:txBody>
      </p:sp>
      <p:pic>
        <p:nvPicPr>
          <p:cNvPr id="4" name="Picture 3" descr="A picture containing diagram">
            <a:extLst>
              <a:ext uri="{FF2B5EF4-FFF2-40B4-BE49-F238E27FC236}">
                <a16:creationId xmlns:a16="http://schemas.microsoft.com/office/drawing/2014/main" id="{1C2B9525-8DE6-FBA7-C33E-F05270981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75493"/>
            <a:ext cx="7445675" cy="386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95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649D-7255-A584-8584-C60F10FA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SPARKS with TIC 2.0 (Closer Look)</a:t>
            </a:r>
          </a:p>
        </p:txBody>
      </p:sp>
      <p:pic>
        <p:nvPicPr>
          <p:cNvPr id="4" name="Picture 3" descr="Diagram&#10;&#10;AI-generated content may be incorrect.">
            <a:extLst>
              <a:ext uri="{FF2B5EF4-FFF2-40B4-BE49-F238E27FC236}">
                <a16:creationId xmlns:a16="http://schemas.microsoft.com/office/drawing/2014/main" id="{1595B4F1-9C6E-6473-0206-76BA76D29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98" y="1213989"/>
            <a:ext cx="6629400" cy="364001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3FFCFF-D046-8985-520D-E7E10DE2D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983163"/>
            <a:ext cx="8229600" cy="1143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Angular UI -&gt; ALB -&gt; API Gateway (Regional) -&gt; Lambda -&gt; RDS</a:t>
            </a:r>
          </a:p>
          <a:p>
            <a:r>
              <a:rPr lang="en-US" dirty="0"/>
              <a:t>Public Endpoints and Publish DNS</a:t>
            </a:r>
          </a:p>
          <a:p>
            <a:r>
              <a:rPr lang="en-US" dirty="0"/>
              <a:t>TLS 1.1 Inspection</a:t>
            </a:r>
          </a:p>
        </p:txBody>
      </p:sp>
    </p:spTree>
    <p:extLst>
      <p:ext uri="{BB962C8B-B14F-4D97-AF65-F5344CB8AC3E}">
        <p14:creationId xmlns:p14="http://schemas.microsoft.com/office/powerpoint/2010/main" val="124850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649D-7255-A584-8584-C60F10FA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SPARKS with TIC 3.0</a:t>
            </a:r>
          </a:p>
        </p:txBody>
      </p:sp>
      <p:pic>
        <p:nvPicPr>
          <p:cNvPr id="5" name="Picture 4" descr="Diagram&#10;&#10;AI-generated content may be incorrect.">
            <a:extLst>
              <a:ext uri="{FF2B5EF4-FFF2-40B4-BE49-F238E27FC236}">
                <a16:creationId xmlns:a16="http://schemas.microsoft.com/office/drawing/2014/main" id="{271FD699-1C70-96EE-706F-B9E825029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6894"/>
            <a:ext cx="8134709" cy="495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193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649D-7255-A584-8584-C60F10FA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SPARKS with TIC 3.0 (Closer Look)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352CC2-FA54-8449-81FE-67A7E6A4B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19" y="1180534"/>
            <a:ext cx="6288656" cy="381648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4C4770-F1FB-B1BF-7237-5D9B18F52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912" y="5105966"/>
            <a:ext cx="3325483" cy="114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/>
              <a:t>DOT DNS Resolving internal Domains</a:t>
            </a:r>
          </a:p>
          <a:p>
            <a:pPr marL="0" indent="0">
              <a:buNone/>
            </a:pPr>
            <a:r>
              <a:rPr lang="en-US" sz="1500" dirty="0"/>
              <a:t>Palo Alto performing TLS 1.2 Inspections (enabled via imported SPARKS certs)</a:t>
            </a:r>
          </a:p>
          <a:p>
            <a:pPr marL="0" indent="0">
              <a:buNone/>
            </a:pPr>
            <a:r>
              <a:rPr lang="en-US" sz="1500" dirty="0"/>
              <a:t>IP-based access control to VPC Interface Endpoints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EAD057-1C76-DECF-ADB0-98C56156B38C}"/>
              </a:ext>
            </a:extLst>
          </p:cNvPr>
          <p:cNvSpPr txBox="1">
            <a:spLocks/>
          </p:cNvSpPr>
          <p:nvPr/>
        </p:nvSpPr>
        <p:spPr>
          <a:xfrm>
            <a:off x="4905555" y="5105966"/>
            <a:ext cx="2950234" cy="114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Segmentation between web and app subnets</a:t>
            </a:r>
          </a:p>
          <a:p>
            <a:pPr marL="0" indent="0">
              <a:buNone/>
            </a:pPr>
            <a:r>
              <a:rPr lang="en-US" dirty="0"/>
              <a:t>Logging and telemetry for TIC 3.0 compliance</a:t>
            </a:r>
          </a:p>
          <a:p>
            <a:pPr marL="0" indent="0">
              <a:buNone/>
            </a:pPr>
            <a:r>
              <a:rPr lang="en-US" dirty="0"/>
              <a:t>ALB Removed, NLB for HA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D8DF41-B720-0D64-4BA0-D314DC1D74C9}"/>
              </a:ext>
            </a:extLst>
          </p:cNvPr>
          <p:cNvCxnSpPr/>
          <p:nvPr/>
        </p:nvCxnSpPr>
        <p:spPr>
          <a:xfrm>
            <a:off x="4761781" y="5105966"/>
            <a:ext cx="0" cy="1143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479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0D7C-9DEB-1AFB-1B93-20809D8C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 3.0 Perimeter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AB3E-E7BB-1CA4-7B0D-9E7C34A2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3251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DOT DNS – Internal Domain resolution</a:t>
            </a:r>
          </a:p>
          <a:p>
            <a:pPr lvl="1"/>
            <a:r>
              <a:rPr lang="en-US" dirty="0"/>
              <a:t>IPs Whitelisted</a:t>
            </a:r>
          </a:p>
          <a:p>
            <a:r>
              <a:rPr lang="en-US" dirty="0"/>
              <a:t>Direct Connect – Secure DOT –&gt; AWS Link</a:t>
            </a:r>
          </a:p>
          <a:p>
            <a:r>
              <a:rPr lang="en-US" dirty="0"/>
              <a:t>Palo Alto Firewall – TLS inspection and Zero Trust Enforcement</a:t>
            </a:r>
          </a:p>
          <a:p>
            <a:r>
              <a:rPr lang="en-US" dirty="0"/>
              <a:t>AWS VPCE, NLB, WAF, Private API Gateway – only allowed entry point</a:t>
            </a:r>
          </a:p>
        </p:txBody>
      </p:sp>
    </p:spTree>
    <p:extLst>
      <p:ext uri="{BB962C8B-B14F-4D97-AF65-F5344CB8AC3E}">
        <p14:creationId xmlns:p14="http://schemas.microsoft.com/office/powerpoint/2010/main" val="2876058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0D7C-9DEB-1AFB-1B93-20809D8C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Changed in SPARKS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AB3E-E7BB-1CA4-7B0D-9E7C34A2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3251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Removed: </a:t>
            </a:r>
          </a:p>
          <a:p>
            <a:pPr lvl="1"/>
            <a:r>
              <a:rPr lang="en-US" dirty="0"/>
              <a:t>ALBs, Public API Gateway Endpoints</a:t>
            </a:r>
          </a:p>
          <a:p>
            <a:r>
              <a:rPr lang="en-US" dirty="0"/>
              <a:t>Added: </a:t>
            </a:r>
          </a:p>
          <a:p>
            <a:pPr lvl="1"/>
            <a:r>
              <a:rPr lang="en-US" dirty="0"/>
              <a:t>Private Gateway, VPCE, ACM Certs, DOT DNS, TLS Inspection, Zero Trust segmentation and Future NLB readiness</a:t>
            </a:r>
          </a:p>
          <a:p>
            <a:r>
              <a:rPr lang="en-US" dirty="0"/>
              <a:t>Modify: </a:t>
            </a:r>
          </a:p>
          <a:p>
            <a:pPr lvl="1"/>
            <a:r>
              <a:rPr lang="en-US" dirty="0"/>
              <a:t>Custom Domain from Regional to Private DNS/VPCE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75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0D7C-9DEB-1AFB-1B93-20809D8C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 3.0 Migration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AB3E-E7BB-1CA4-7B0D-9E7C34A2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2807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Task #1</a:t>
            </a:r>
          </a:p>
          <a:p>
            <a:pPr lvl="1"/>
            <a:r>
              <a:rPr lang="en-US" dirty="0"/>
              <a:t>Create Required Certificates (Single or Multi Domain Certificates). Remember the Passphrase</a:t>
            </a:r>
          </a:p>
          <a:p>
            <a:pPr lvl="1"/>
            <a:r>
              <a:rPr lang="en-US" dirty="0"/>
              <a:t>Create Private Custom Domains and VPC Interface Endpoints</a:t>
            </a:r>
          </a:p>
          <a:p>
            <a:pPr lvl="1"/>
            <a:r>
              <a:rPr lang="en-US" dirty="0"/>
              <a:t>Remove ALB dependencies. Create separate private API GW for Frontend and Backend API </a:t>
            </a:r>
          </a:p>
          <a:p>
            <a:r>
              <a:rPr lang="en-US" dirty="0"/>
              <a:t>Task #2</a:t>
            </a:r>
          </a:p>
          <a:p>
            <a:pPr lvl="1"/>
            <a:r>
              <a:rPr lang="en-US" dirty="0"/>
              <a:t>Create OST Tickets for Subnet Tagging</a:t>
            </a:r>
          </a:p>
          <a:p>
            <a:r>
              <a:rPr lang="en-US" dirty="0"/>
              <a:t>Task #3</a:t>
            </a:r>
          </a:p>
          <a:p>
            <a:pPr lvl="1"/>
            <a:r>
              <a:rPr lang="en-US" dirty="0"/>
              <a:t>Create Firewall Tickets </a:t>
            </a:r>
          </a:p>
          <a:p>
            <a:r>
              <a:rPr lang="en-US" dirty="0"/>
              <a:t>Task #4</a:t>
            </a:r>
          </a:p>
          <a:p>
            <a:pPr lvl="1"/>
            <a:r>
              <a:rPr lang="en-US" dirty="0"/>
              <a:t>Clean up resources to be compliant with TIC 3.0. Remove ALBs. Enable VPCE links with existing VPC, Security and Subnets that are tagged. </a:t>
            </a:r>
          </a:p>
          <a:p>
            <a:pPr lvl="1"/>
            <a:r>
              <a:rPr lang="en-US" dirty="0"/>
              <a:t>Test Application and update API Gateway Routes for least privilege access to enable Zero Trust Compliance</a:t>
            </a:r>
          </a:p>
        </p:txBody>
      </p:sp>
    </p:spTree>
    <p:extLst>
      <p:ext uri="{BB962C8B-B14F-4D97-AF65-F5344CB8AC3E}">
        <p14:creationId xmlns:p14="http://schemas.microsoft.com/office/powerpoint/2010/main" val="1261070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0D7C-9DEB-1AFB-1B93-20809D8C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OST Task – Subnet Tagging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AB3E-E7BB-1CA4-7B0D-9E7C34A2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28072"/>
          </a:xfrm>
        </p:spPr>
        <p:txBody>
          <a:bodyPr>
            <a:normAutofit/>
          </a:bodyPr>
          <a:lstStyle/>
          <a:p>
            <a:r>
              <a:rPr lang="en-US" dirty="0"/>
              <a:t>Applies Panorama Subnet-Usage</a:t>
            </a:r>
          </a:p>
          <a:p>
            <a:r>
              <a:rPr lang="en-US" dirty="0"/>
              <a:t>Applies Panorama-Zone</a:t>
            </a:r>
          </a:p>
          <a:p>
            <a:r>
              <a:rPr lang="en-US" dirty="0"/>
              <a:t>Applies Panorama-Mode</a:t>
            </a:r>
          </a:p>
          <a:p>
            <a:r>
              <a:rPr lang="en-US" dirty="0"/>
              <a:t>Required before Firewall rules are created.</a:t>
            </a:r>
          </a:p>
        </p:txBody>
      </p:sp>
    </p:spTree>
    <p:extLst>
      <p:ext uri="{BB962C8B-B14F-4D97-AF65-F5344CB8AC3E}">
        <p14:creationId xmlns:p14="http://schemas.microsoft.com/office/powerpoint/2010/main" val="3721104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0D7C-9DEB-1AFB-1B93-20809D8C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OST – Firewall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AB3E-E7BB-1CA4-7B0D-9E7C34A2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28072"/>
          </a:xfrm>
        </p:spPr>
        <p:txBody>
          <a:bodyPr>
            <a:normAutofit/>
          </a:bodyPr>
          <a:lstStyle/>
          <a:p>
            <a:r>
              <a:rPr lang="en-US" dirty="0"/>
              <a:t>Allow DOT internal Only CIDRs</a:t>
            </a:r>
          </a:p>
          <a:p>
            <a:r>
              <a:rPr lang="en-US" dirty="0"/>
              <a:t>Allow VPCE -&gt; API/Lambda Traffic</a:t>
            </a:r>
          </a:p>
          <a:p>
            <a:r>
              <a:rPr lang="en-US" dirty="0"/>
              <a:t>Enable TLS 1.2 decryption using shared certs</a:t>
            </a:r>
          </a:p>
          <a:p>
            <a:r>
              <a:rPr lang="en-US" dirty="0"/>
              <a:t>Block all external sources (Zero Trust default)</a:t>
            </a:r>
          </a:p>
          <a:p>
            <a:pPr lvl="1"/>
            <a:r>
              <a:rPr lang="en-US" dirty="0"/>
              <a:t>IP Whitelisted</a:t>
            </a:r>
          </a:p>
          <a:p>
            <a:r>
              <a:rPr lang="en-US" dirty="0"/>
              <a:t>Depends on Certificate Creation and Subnet Tagging tasks</a:t>
            </a:r>
          </a:p>
        </p:txBody>
      </p:sp>
    </p:spTree>
    <p:extLst>
      <p:ext uri="{BB962C8B-B14F-4D97-AF65-F5344CB8AC3E}">
        <p14:creationId xmlns:p14="http://schemas.microsoft.com/office/powerpoint/2010/main" val="30880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0D7C-9DEB-1AFB-1B93-20809D8C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SPARKS Ticket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AB3E-E7BB-1CA4-7B0D-9E7C34A2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28072"/>
          </a:xfrm>
        </p:spPr>
        <p:txBody>
          <a:bodyPr>
            <a:normAutofit/>
          </a:bodyPr>
          <a:lstStyle/>
          <a:p>
            <a:r>
              <a:rPr lang="en-US" sz="2800" dirty="0"/>
              <a:t>Subnet Tagging - SCTASK0240731 / REQ0145545</a:t>
            </a:r>
          </a:p>
          <a:p>
            <a:pPr lvl="1"/>
            <a:r>
              <a:rPr lang="en-US" sz="2400" dirty="0"/>
              <a:t>Provide all subnet ids related to Web and Data</a:t>
            </a:r>
          </a:p>
          <a:p>
            <a:r>
              <a:rPr lang="en-US" sz="2800" dirty="0"/>
              <a:t>Firewall Updates (Web and API) - CHG0058212</a:t>
            </a:r>
          </a:p>
          <a:p>
            <a:r>
              <a:rPr lang="en-US" sz="2800" dirty="0"/>
              <a:t>Firewall Updates (Data) - CHG0064894</a:t>
            </a:r>
          </a:p>
          <a:p>
            <a:r>
              <a:rPr lang="en-US" sz="2800" dirty="0"/>
              <a:t>Firewall (Cert Updates) - CHG0058216/INC0928825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Note: Can combine firewall update effort if certs are created upfront.</a:t>
            </a:r>
          </a:p>
        </p:txBody>
      </p:sp>
    </p:spTree>
    <p:extLst>
      <p:ext uri="{BB962C8B-B14F-4D97-AF65-F5344CB8AC3E}">
        <p14:creationId xmlns:p14="http://schemas.microsoft.com/office/powerpoint/2010/main" val="1883330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Compliance Impact &amp; Remaining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✔ Zero Trust alignment (no public ingress)</a:t>
            </a:r>
          </a:p>
          <a:p>
            <a:r>
              <a:rPr dirty="0"/>
              <a:t>✔ TLS 1.2 across all endpoints</a:t>
            </a:r>
          </a:p>
          <a:p>
            <a:r>
              <a:rPr lang="en-US" dirty="0"/>
              <a:t>✔ Firewall rules restrictions </a:t>
            </a:r>
          </a:p>
          <a:p>
            <a:r>
              <a:rPr lang="en-US" dirty="0"/>
              <a:t>Stage and Production environments – Awaiting other tenants to migrate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2159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B01F27-17DA-1D4A-FDEB-1219A70AAD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89" b="3289"/>
          <a:stretch>
            <a:fillRect/>
          </a:stretch>
        </p:blipFill>
        <p:spPr>
          <a:xfrm>
            <a:off x="20" y="432"/>
            <a:ext cx="9143980" cy="424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74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</TotalTime>
  <Words>655</Words>
  <Application>Microsoft Office PowerPoint</Application>
  <PresentationFormat>On-screen Show (4:3)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SPARKS TIC 3.0 Conversion Summary</vt:lpstr>
      <vt:lpstr>Why TIC 3.0 Matters</vt:lpstr>
      <vt:lpstr>DOT’s Approach to Achieve TIC 3.0 Objectives</vt:lpstr>
      <vt:lpstr>SPARKS with TIC 2.0</vt:lpstr>
      <vt:lpstr>SPARKS with TIC 2.0 (Closer Look)</vt:lpstr>
      <vt:lpstr>SPARKS with TIC 3.0</vt:lpstr>
      <vt:lpstr>SPARKS with TIC 3.0 (Closer Look)</vt:lpstr>
      <vt:lpstr>TIC 3.0 Perimeter Components</vt:lpstr>
      <vt:lpstr>What Changed in SPARKS</vt:lpstr>
      <vt:lpstr>TIC 3.0 Migration Tasks</vt:lpstr>
      <vt:lpstr>OST Task – Subnet Tagging</vt:lpstr>
      <vt:lpstr>OST – Firewall Tasks</vt:lpstr>
      <vt:lpstr>SPARKS Ticket References</vt:lpstr>
      <vt:lpstr>Compliance Impact &amp; Remaining Tasks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Das, Roopesh CTR (NHTSA)</dc:creator>
  <cp:keywords/>
  <dc:description>generated using python-pptx</dc:description>
  <cp:lastModifiedBy>Munusamy, Arunprakash CTR (NHTSA)</cp:lastModifiedBy>
  <cp:revision>19</cp:revision>
  <dcterms:created xsi:type="dcterms:W3CDTF">2013-01-27T09:14:16Z</dcterms:created>
  <dcterms:modified xsi:type="dcterms:W3CDTF">2025-12-08T17:33:50Z</dcterms:modified>
  <cp:category/>
</cp:coreProperties>
</file>