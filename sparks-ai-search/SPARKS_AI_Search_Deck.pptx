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7" r:id="rIdSL1"/>
    <p:sldId id="258" r:id="rIdSL2"/>
    <p:sldId id="259" r:id="rIdSL3"/>
    <p:sldId id="260" r:id="rIdSL4"/>
    <p:sldId id="261" r:id="rIdSL5"/>
    <p:sldId id="262" r:id="rIdSL6"/>
    <p:sldId id="263" r:id="rIdSL7"/>
    <p:sldId id="264" r:id="rIdSL8"/>
    <p:sldId id="265" r:id="rIdSL9"/>
    <p:sldId id="266" r:id="rIdSL10"/>
    <p:sldId id="267" r:id="rIdSL11"/>
    <p:sldId id="268" r:id="rIdSL12"/>
    <p:sldId id="269" r:id="rIdSL13"/>
    <p:sldId id="270" r:id="rIdSL14"/>
    <p:sldId id="271" r:id="rIdSL15"/>
    <p:sldId id="272" r:id="rIdSL16"/>
    <p:sldId id="273" r:id="rIdSL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6CF373-DB7D-404C-9924-B5A295BEAD24}" v="14" dt="2025-12-08T15:55:07.7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2064" y="35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notesMaster" Target="notesMasters/notesMaster1.xml"/><Relationship Id="rId21" Type="http://schemas.openxmlformats.org/officeDocument/2006/relationships/theme" Target="theme/them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4" Type="http://schemas.microsoft.com/office/2015/10/relationships/revisionInfo" Target="revisionInfo.xml"/><Relationship Id="rId23" Type="http://schemas.microsoft.com/office/2016/11/relationships/changesInfo" Target="changesInfos/changesInfo1.xml"/><Relationship Id="rId19" Type="http://schemas.openxmlformats.org/officeDocument/2006/relationships/presProps" Target="presProps.xml"/><Relationship Id="rId22" Type="http://schemas.openxmlformats.org/officeDocument/2006/relationships/tableStyles" Target="tableStyles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Relationship Id="rIdSL7" Type="http://schemas.openxmlformats.org/officeDocument/2006/relationships/slide" Target="slides/slide7.xml"/><Relationship Id="rIdSL8" Type="http://schemas.openxmlformats.org/officeDocument/2006/relationships/slide" Target="slides/slide8.xml"/><Relationship Id="rIdSL9" Type="http://schemas.openxmlformats.org/officeDocument/2006/relationships/slide" Target="slides/slide9.xml"/><Relationship Id="rIdSL10" Type="http://schemas.openxmlformats.org/officeDocument/2006/relationships/slide" Target="slides/slide10.xml"/><Relationship Id="rIdSL11" Type="http://schemas.openxmlformats.org/officeDocument/2006/relationships/slide" Target="slides/slide11.xml"/><Relationship Id="rIdSL12" Type="http://schemas.openxmlformats.org/officeDocument/2006/relationships/slide" Target="slides/slide12.xml"/><Relationship Id="rIdSL13" Type="http://schemas.openxmlformats.org/officeDocument/2006/relationships/slide" Target="slides/slide13.xml"/><Relationship Id="rIdSL14" Type="http://schemas.openxmlformats.org/officeDocument/2006/relationships/slide" Target="slides/slide14.xml"/><Relationship Id="rIdSL15" Type="http://schemas.openxmlformats.org/officeDocument/2006/relationships/slide" Target="slides/slide15.xml"/><Relationship Id="rIdSL16" Type="http://schemas.openxmlformats.org/officeDocument/2006/relationships/slide" Target="slides/slide16.xml"/><Relationship Id="rIdSL17" Type="http://schemas.openxmlformats.org/officeDocument/2006/relationships/slide" Target="slides/slide1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nusamy, Arunprakash CTR (NHTSA)" userId="ff668d3c-50fe-46df-8868-e2a4e94828fb" providerId="ADAL" clId="{CB6CF373-DB7D-404C-9924-B5A295BEAD24}"/>
    <pc:docChg chg="undo custSel addSld delSld modSld">
      <pc:chgData name="Munusamy, Arunprakash CTR (NHTSA)" userId="ff668d3c-50fe-46df-8868-e2a4e94828fb" providerId="ADAL" clId="{CB6CF373-DB7D-404C-9924-B5A295BEAD24}" dt="2025-12-08T17:33:41.261" v="3377" actId="20577"/>
      <pc:docMkLst>
        <pc:docMk/>
      </pc:docMkLst>
      <pc:sldChg chg="modSp mod">
        <pc:chgData name="Munusamy, Arunprakash CTR (NHTSA)" userId="ff668d3c-50fe-46df-8868-e2a4e94828fb" providerId="ADAL" clId="{CB6CF373-DB7D-404C-9924-B5A295BEAD24}" dt="2025-12-07T19:54:10.338" v="48" actId="20577"/>
        <pc:sldMkLst>
          <pc:docMk/>
          <pc:sldMk cId="0" sldId="256"/>
        </pc:sldMkLst>
        <pc:spChg chg="mod">
          <ac:chgData name="Munusamy, Arunprakash CTR (NHTSA)" userId="ff668d3c-50fe-46df-8868-e2a4e94828fb" providerId="ADAL" clId="{CB6CF373-DB7D-404C-9924-B5A295BEAD24}" dt="2025-12-07T19:54:10.338" v="48" actId="20577"/>
          <ac:spMkLst>
            <pc:docMk/>
            <pc:sldMk cId="0" sldId="256"/>
            <ac:spMk id="3" creationId="{00000000-0000-0000-0000-000000000000}"/>
          </ac:spMkLst>
        </pc:spChg>
      </pc:sldChg>
      <pc:sldChg chg="del">
        <pc:chgData name="Munusamy, Arunprakash CTR (NHTSA)" userId="ff668d3c-50fe-46df-8868-e2a4e94828fb" providerId="ADAL" clId="{CB6CF373-DB7D-404C-9924-B5A295BEAD24}" dt="2025-12-07T21:14:23.781" v="3233" actId="2696"/>
        <pc:sldMkLst>
          <pc:docMk/>
          <pc:sldMk cId="0" sldId="260"/>
        </pc:sldMkLst>
      </pc:sldChg>
      <pc:sldChg chg="del">
        <pc:chgData name="Munusamy, Arunprakash CTR (NHTSA)" userId="ff668d3c-50fe-46df-8868-e2a4e94828fb" providerId="ADAL" clId="{CB6CF373-DB7D-404C-9924-B5A295BEAD24}" dt="2025-12-07T21:14:27.420" v="3234" actId="2696"/>
        <pc:sldMkLst>
          <pc:docMk/>
          <pc:sldMk cId="0" sldId="261"/>
        </pc:sldMkLst>
      </pc:sldChg>
      <pc:sldChg chg="del">
        <pc:chgData name="Munusamy, Arunprakash CTR (NHTSA)" userId="ff668d3c-50fe-46df-8868-e2a4e94828fb" providerId="ADAL" clId="{CB6CF373-DB7D-404C-9924-B5A295BEAD24}" dt="2025-12-07T20:34:32.583" v="2178" actId="47"/>
        <pc:sldMkLst>
          <pc:docMk/>
          <pc:sldMk cId="1365042685" sldId="262"/>
        </pc:sldMkLst>
      </pc:sldChg>
      <pc:sldChg chg="del">
        <pc:chgData name="Munusamy, Arunprakash CTR (NHTSA)" userId="ff668d3c-50fe-46df-8868-e2a4e94828fb" providerId="ADAL" clId="{CB6CF373-DB7D-404C-9924-B5A295BEAD24}" dt="2025-12-07T21:14:09.747" v="3227" actId="2696"/>
        <pc:sldMkLst>
          <pc:docMk/>
          <pc:sldMk cId="701919116" sldId="263"/>
        </pc:sldMkLst>
      </pc:sldChg>
      <pc:sldChg chg="modSp del mod">
        <pc:chgData name="Munusamy, Arunprakash CTR (NHTSA)" userId="ff668d3c-50fe-46df-8868-e2a4e94828fb" providerId="ADAL" clId="{CB6CF373-DB7D-404C-9924-B5A295BEAD24}" dt="2025-12-07T21:14:04.532" v="3225" actId="2696"/>
        <pc:sldMkLst>
          <pc:docMk/>
          <pc:sldMk cId="3977892663" sldId="265"/>
        </pc:sldMkLst>
        <pc:spChg chg="mod">
          <ac:chgData name="Munusamy, Arunprakash CTR (NHTSA)" userId="ff668d3c-50fe-46df-8868-e2a4e94828fb" providerId="ADAL" clId="{CB6CF373-DB7D-404C-9924-B5A295BEAD24}" dt="2025-12-07T20:52:59.391" v="2847" actId="1076"/>
          <ac:spMkLst>
            <pc:docMk/>
            <pc:sldMk cId="3977892663" sldId="265"/>
            <ac:spMk id="3" creationId="{00000000-0000-0000-0000-000000000000}"/>
          </ac:spMkLst>
        </pc:spChg>
      </pc:sldChg>
      <pc:sldChg chg="modSp del mod">
        <pc:chgData name="Munusamy, Arunprakash CTR (NHTSA)" userId="ff668d3c-50fe-46df-8868-e2a4e94828fb" providerId="ADAL" clId="{CB6CF373-DB7D-404C-9924-B5A295BEAD24}" dt="2025-12-07T21:14:07.296" v="3226" actId="2696"/>
        <pc:sldMkLst>
          <pc:docMk/>
          <pc:sldMk cId="1170346550" sldId="266"/>
        </pc:sldMkLst>
        <pc:picChg chg="mod">
          <ac:chgData name="Munusamy, Arunprakash CTR (NHTSA)" userId="ff668d3c-50fe-46df-8868-e2a4e94828fb" providerId="ADAL" clId="{CB6CF373-DB7D-404C-9924-B5A295BEAD24}" dt="2025-12-07T21:05:31.401" v="3003" actId="1076"/>
          <ac:picMkLst>
            <pc:docMk/>
            <pc:sldMk cId="1170346550" sldId="266"/>
            <ac:picMk id="9" creationId="{AA0595D8-A426-ED69-F2CA-C308221FD2A8}"/>
          </ac:picMkLst>
        </pc:picChg>
      </pc:sldChg>
      <pc:sldChg chg="del">
        <pc:chgData name="Munusamy, Arunprakash CTR (NHTSA)" userId="ff668d3c-50fe-46df-8868-e2a4e94828fb" providerId="ADAL" clId="{CB6CF373-DB7D-404C-9924-B5A295BEAD24}" dt="2025-12-07T21:14:21.310" v="3232" actId="2696"/>
        <pc:sldMkLst>
          <pc:docMk/>
          <pc:sldMk cId="1653307797" sldId="267"/>
        </pc:sldMkLst>
      </pc:sldChg>
      <pc:sldChg chg="del">
        <pc:chgData name="Munusamy, Arunprakash CTR (NHTSA)" userId="ff668d3c-50fe-46df-8868-e2a4e94828fb" providerId="ADAL" clId="{CB6CF373-DB7D-404C-9924-B5A295BEAD24}" dt="2025-12-07T21:14:11.918" v="3228" actId="2696"/>
        <pc:sldMkLst>
          <pc:docMk/>
          <pc:sldMk cId="3119370418" sldId="268"/>
        </pc:sldMkLst>
      </pc:sldChg>
      <pc:sldChg chg="del">
        <pc:chgData name="Munusamy, Arunprakash CTR (NHTSA)" userId="ff668d3c-50fe-46df-8868-e2a4e94828fb" providerId="ADAL" clId="{CB6CF373-DB7D-404C-9924-B5A295BEAD24}" dt="2025-12-07T21:14:14.765" v="3229" actId="2696"/>
        <pc:sldMkLst>
          <pc:docMk/>
          <pc:sldMk cId="3920996483" sldId="269"/>
        </pc:sldMkLst>
      </pc:sldChg>
      <pc:sldChg chg="del">
        <pc:chgData name="Munusamy, Arunprakash CTR (NHTSA)" userId="ff668d3c-50fe-46df-8868-e2a4e94828fb" providerId="ADAL" clId="{CB6CF373-DB7D-404C-9924-B5A295BEAD24}" dt="2025-12-07T21:14:16.838" v="3230" actId="2696"/>
        <pc:sldMkLst>
          <pc:docMk/>
          <pc:sldMk cId="165763441" sldId="270"/>
        </pc:sldMkLst>
      </pc:sldChg>
      <pc:sldChg chg="del">
        <pc:chgData name="Munusamy, Arunprakash CTR (NHTSA)" userId="ff668d3c-50fe-46df-8868-e2a4e94828fb" providerId="ADAL" clId="{CB6CF373-DB7D-404C-9924-B5A295BEAD24}" dt="2025-12-07T21:14:18.876" v="3231" actId="2696"/>
        <pc:sldMkLst>
          <pc:docMk/>
          <pc:sldMk cId="498074731" sldId="271"/>
        </pc:sldMkLst>
      </pc:sldChg>
      <pc:sldChg chg="del">
        <pc:chgData name="Munusamy, Arunprakash CTR (NHTSA)" userId="ff668d3c-50fe-46df-8868-e2a4e94828fb" providerId="ADAL" clId="{CB6CF373-DB7D-404C-9924-B5A295BEAD24}" dt="2025-12-07T21:14:01.060" v="3224" actId="2696"/>
        <pc:sldMkLst>
          <pc:docMk/>
          <pc:sldMk cId="2410900041" sldId="275"/>
        </pc:sldMkLst>
      </pc:sldChg>
      <pc:sldChg chg="del">
        <pc:chgData name="Munusamy, Arunprakash CTR (NHTSA)" userId="ff668d3c-50fe-46df-8868-e2a4e94828fb" providerId="ADAL" clId="{CB6CF373-DB7D-404C-9924-B5A295BEAD24}" dt="2025-12-07T21:13:57.746" v="3223" actId="2696"/>
        <pc:sldMkLst>
          <pc:docMk/>
          <pc:sldMk cId="3468026365" sldId="2147472362"/>
        </pc:sldMkLst>
      </pc:sldChg>
      <pc:sldChg chg="del">
        <pc:chgData name="Munusamy, Arunprakash CTR (NHTSA)" userId="ff668d3c-50fe-46df-8868-e2a4e94828fb" providerId="ADAL" clId="{CB6CF373-DB7D-404C-9924-B5A295BEAD24}" dt="2025-12-07T21:12:34.491" v="3183" actId="2696"/>
        <pc:sldMkLst>
          <pc:docMk/>
          <pc:sldMk cId="3496708991" sldId="2147472370"/>
        </pc:sldMkLst>
      </pc:sldChg>
      <pc:sldChg chg="del">
        <pc:chgData name="Munusamy, Arunprakash CTR (NHTSA)" userId="ff668d3c-50fe-46df-8868-e2a4e94828fb" providerId="ADAL" clId="{CB6CF373-DB7D-404C-9924-B5A295BEAD24}" dt="2025-12-07T21:12:24.556" v="3182" actId="2696"/>
        <pc:sldMkLst>
          <pc:docMk/>
          <pc:sldMk cId="1286905886" sldId="2147472371"/>
        </pc:sldMkLst>
      </pc:sldChg>
      <pc:sldChg chg="del">
        <pc:chgData name="Munusamy, Arunprakash CTR (NHTSA)" userId="ff668d3c-50fe-46df-8868-e2a4e94828fb" providerId="ADAL" clId="{CB6CF373-DB7D-404C-9924-B5A295BEAD24}" dt="2025-12-07T21:12:37.825" v="3184" actId="2696"/>
        <pc:sldMkLst>
          <pc:docMk/>
          <pc:sldMk cId="2306309380" sldId="2147472379"/>
        </pc:sldMkLst>
      </pc:sldChg>
      <pc:sldChg chg="del">
        <pc:chgData name="Munusamy, Arunprakash CTR (NHTSA)" userId="ff668d3c-50fe-46df-8868-e2a4e94828fb" providerId="ADAL" clId="{CB6CF373-DB7D-404C-9924-B5A295BEAD24}" dt="2025-12-07T21:12:41.044" v="3185" actId="2696"/>
        <pc:sldMkLst>
          <pc:docMk/>
          <pc:sldMk cId="3525354640" sldId="2147472414"/>
        </pc:sldMkLst>
      </pc:sldChg>
      <pc:sldChg chg="modSp new mod">
        <pc:chgData name="Munusamy, Arunprakash CTR (NHTSA)" userId="ff668d3c-50fe-46df-8868-e2a4e94828fb" providerId="ADAL" clId="{CB6CF373-DB7D-404C-9924-B5A295BEAD24}" dt="2025-12-07T19:57:21.885" v="331" actId="20577"/>
        <pc:sldMkLst>
          <pc:docMk/>
          <pc:sldMk cId="3677036423" sldId="2147472415"/>
        </pc:sldMkLst>
        <pc:spChg chg="mod">
          <ac:chgData name="Munusamy, Arunprakash CTR (NHTSA)" userId="ff668d3c-50fe-46df-8868-e2a4e94828fb" providerId="ADAL" clId="{CB6CF373-DB7D-404C-9924-B5A295BEAD24}" dt="2025-12-07T19:55:20.950" v="68" actId="20577"/>
          <ac:spMkLst>
            <pc:docMk/>
            <pc:sldMk cId="3677036423" sldId="2147472415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7T19:57:21.885" v="331" actId="20577"/>
          <ac:spMkLst>
            <pc:docMk/>
            <pc:sldMk cId="3677036423" sldId="2147472415"/>
            <ac:spMk id="3" creationId="{E66AAB3E-E7BB-1CA4-7B0D-9E7C34A275C3}"/>
          </ac:spMkLst>
        </pc:spChg>
      </pc:sldChg>
      <pc:sldChg chg="addSp delSp modSp new mod setBg">
        <pc:chgData name="Munusamy, Arunprakash CTR (NHTSA)" userId="ff668d3c-50fe-46df-8868-e2a4e94828fb" providerId="ADAL" clId="{CB6CF373-DB7D-404C-9924-B5A295BEAD24}" dt="2025-12-08T15:51:48.963" v="3287" actId="1076"/>
        <pc:sldMkLst>
          <pc:docMk/>
          <pc:sldMk cId="4259595334" sldId="2147472416"/>
        </pc:sldMkLst>
        <pc:spChg chg="mod">
          <ac:chgData name="Munusamy, Arunprakash CTR (NHTSA)" userId="ff668d3c-50fe-46df-8868-e2a4e94828fb" providerId="ADAL" clId="{CB6CF373-DB7D-404C-9924-B5A295BEAD24}" dt="2025-12-08T15:51:30.223" v="3280" actId="26606"/>
          <ac:spMkLst>
            <pc:docMk/>
            <pc:sldMk cId="4259595334" sldId="2147472416"/>
            <ac:spMk id="2" creationId="{D11C649D-7255-A584-8584-C60F10FA4F11}"/>
          </ac:spMkLst>
        </pc:spChg>
        <pc:spChg chg="del">
          <ac:chgData name="Munusamy, Arunprakash CTR (NHTSA)" userId="ff668d3c-50fe-46df-8868-e2a4e94828fb" providerId="ADAL" clId="{CB6CF373-DB7D-404C-9924-B5A295BEAD24}" dt="2025-12-07T20:07:57.385" v="374" actId="478"/>
          <ac:spMkLst>
            <pc:docMk/>
            <pc:sldMk cId="4259595334" sldId="2147472416"/>
            <ac:spMk id="3" creationId="{429C0491-C6DD-3465-4C0D-3751316963F8}"/>
          </ac:spMkLst>
        </pc:spChg>
        <pc:spChg chg="add">
          <ac:chgData name="Munusamy, Arunprakash CTR (NHTSA)" userId="ff668d3c-50fe-46df-8868-e2a4e94828fb" providerId="ADAL" clId="{CB6CF373-DB7D-404C-9924-B5A295BEAD24}" dt="2025-12-08T15:51:30.223" v="3280" actId="26606"/>
          <ac:spMkLst>
            <pc:docMk/>
            <pc:sldMk cId="4259595334" sldId="2147472416"/>
            <ac:spMk id="9" creationId="{53F29798-D584-4792-9B62-3F5F5C36D619}"/>
          </ac:spMkLst>
        </pc:spChg>
        <pc:picChg chg="add mod">
          <ac:chgData name="Munusamy, Arunprakash CTR (NHTSA)" userId="ff668d3c-50fe-46df-8868-e2a4e94828fb" providerId="ADAL" clId="{CB6CF373-DB7D-404C-9924-B5A295BEAD24}" dt="2025-12-08T15:51:48.963" v="3287" actId="1076"/>
          <ac:picMkLst>
            <pc:docMk/>
            <pc:sldMk cId="4259595334" sldId="2147472416"/>
            <ac:picMk id="4" creationId="{1C2B9525-8DE6-FBA7-C33E-F05270981260}"/>
          </ac:picMkLst>
        </pc:picChg>
        <pc:picChg chg="add del mod">
          <ac:chgData name="Munusamy, Arunprakash CTR (NHTSA)" userId="ff668d3c-50fe-46df-8868-e2a4e94828fb" providerId="ADAL" clId="{CB6CF373-DB7D-404C-9924-B5A295BEAD24}" dt="2025-12-08T15:51:25.287" v="3277" actId="478"/>
          <ac:picMkLst>
            <pc:docMk/>
            <pc:sldMk cId="4259595334" sldId="2147472416"/>
            <ac:picMk id="5" creationId="{DA657DDB-0778-C277-8A65-288A039BB3FB}"/>
          </ac:picMkLst>
        </pc:picChg>
      </pc:sldChg>
      <pc:sldChg chg="addSp delSp modSp add mod setBg">
        <pc:chgData name="Munusamy, Arunprakash CTR (NHTSA)" userId="ff668d3c-50fe-46df-8868-e2a4e94828fb" providerId="ADAL" clId="{CB6CF373-DB7D-404C-9924-B5A295BEAD24}" dt="2025-12-07T20:16:06.862" v="624" actId="20577"/>
        <pc:sldMkLst>
          <pc:docMk/>
          <pc:sldMk cId="1248506096" sldId="2147472417"/>
        </pc:sldMkLst>
        <pc:spChg chg="mod">
          <ac:chgData name="Munusamy, Arunprakash CTR (NHTSA)" userId="ff668d3c-50fe-46df-8868-e2a4e94828fb" providerId="ADAL" clId="{CB6CF373-DB7D-404C-9924-B5A295BEAD24}" dt="2025-12-07T20:16:06.862" v="624" actId="20577"/>
          <ac:spMkLst>
            <pc:docMk/>
            <pc:sldMk cId="1248506096" sldId="2147472417"/>
            <ac:spMk id="2" creationId="{D11C649D-7255-A584-8584-C60F10FA4F11}"/>
          </ac:spMkLst>
        </pc:spChg>
        <pc:spChg chg="add mod ord">
          <ac:chgData name="Munusamy, Arunprakash CTR (NHTSA)" userId="ff668d3c-50fe-46df-8868-e2a4e94828fb" providerId="ADAL" clId="{CB6CF373-DB7D-404C-9924-B5A295BEAD24}" dt="2025-12-07T20:13:14.654" v="588" actId="20577"/>
          <ac:spMkLst>
            <pc:docMk/>
            <pc:sldMk cId="1248506096" sldId="2147472417"/>
            <ac:spMk id="6" creationId="{083FFCFF-D046-8985-520D-E7E10DE2D313}"/>
          </ac:spMkLst>
        </pc:spChg>
        <pc:spChg chg="add del">
          <ac:chgData name="Munusamy, Arunprakash CTR (NHTSA)" userId="ff668d3c-50fe-46df-8868-e2a4e94828fb" providerId="ADAL" clId="{CB6CF373-DB7D-404C-9924-B5A295BEAD24}" dt="2025-12-07T20:12:56.292" v="583" actId="26606"/>
          <ac:spMkLst>
            <pc:docMk/>
            <pc:sldMk cId="1248506096" sldId="2147472417"/>
            <ac:spMk id="11" creationId="{2B97F24A-32CE-4C1C-A50D-3016B394DCFB}"/>
          </ac:spMkLst>
        </pc:spChg>
        <pc:spChg chg="add del">
          <ac:chgData name="Munusamy, Arunprakash CTR (NHTSA)" userId="ff668d3c-50fe-46df-8868-e2a4e94828fb" providerId="ADAL" clId="{CB6CF373-DB7D-404C-9924-B5A295BEAD24}" dt="2025-12-07T20:12:56.292" v="583" actId="26606"/>
          <ac:spMkLst>
            <pc:docMk/>
            <pc:sldMk cId="1248506096" sldId="2147472417"/>
            <ac:spMk id="13" creationId="{CD8B4F24-440B-49E9-B85D-733523DC064B}"/>
          </ac:spMkLst>
        </pc:spChg>
        <pc:picChg chg="add mod ord">
          <ac:chgData name="Munusamy, Arunprakash CTR (NHTSA)" userId="ff668d3c-50fe-46df-8868-e2a4e94828fb" providerId="ADAL" clId="{CB6CF373-DB7D-404C-9924-B5A295BEAD24}" dt="2025-12-07T20:12:56.292" v="583" actId="26606"/>
          <ac:picMkLst>
            <pc:docMk/>
            <pc:sldMk cId="1248506096" sldId="2147472417"/>
            <ac:picMk id="4" creationId="{1595B4F1-9C6E-6473-0206-76BA76D2923B}"/>
          </ac:picMkLst>
        </pc:picChg>
        <pc:picChg chg="del">
          <ac:chgData name="Munusamy, Arunprakash CTR (NHTSA)" userId="ff668d3c-50fe-46df-8868-e2a4e94828fb" providerId="ADAL" clId="{CB6CF373-DB7D-404C-9924-B5A295BEAD24}" dt="2025-12-07T20:09:28.164" v="379" actId="478"/>
          <ac:picMkLst>
            <pc:docMk/>
            <pc:sldMk cId="1248506096" sldId="2147472417"/>
            <ac:picMk id="5" creationId="{DA657DDB-0778-C277-8A65-288A039BB3FB}"/>
          </ac:picMkLst>
        </pc:picChg>
      </pc:sldChg>
      <pc:sldChg chg="addSp delSp modSp mod">
        <pc:chgData name="Munusamy, Arunprakash CTR (NHTSA)" userId="ff668d3c-50fe-46df-8868-e2a4e94828fb" providerId="ADAL" clId="{CB6CF373-DB7D-404C-9924-B5A295BEAD24}" dt="2025-12-08T15:55:17.029" v="3294" actId="1076"/>
        <pc:sldMkLst>
          <pc:docMk/>
          <pc:sldMk cId="1712193003" sldId="2147472418"/>
        </pc:sldMkLst>
        <pc:spChg chg="mod">
          <ac:chgData name="Munusamy, Arunprakash CTR (NHTSA)" userId="ff668d3c-50fe-46df-8868-e2a4e94828fb" providerId="ADAL" clId="{CB6CF373-DB7D-404C-9924-B5A295BEAD24}" dt="2025-12-07T20:14:43.026" v="590" actId="20577"/>
          <ac:spMkLst>
            <pc:docMk/>
            <pc:sldMk cId="1712193003" sldId="2147472418"/>
            <ac:spMk id="2" creationId="{D11C649D-7255-A584-8584-C60F10FA4F11}"/>
          </ac:spMkLst>
        </pc:spChg>
        <pc:picChg chg="add del mod">
          <ac:chgData name="Munusamy, Arunprakash CTR (NHTSA)" userId="ff668d3c-50fe-46df-8868-e2a4e94828fb" providerId="ADAL" clId="{CB6CF373-DB7D-404C-9924-B5A295BEAD24}" dt="2025-12-08T15:52:28.847" v="3288" actId="478"/>
          <ac:picMkLst>
            <pc:docMk/>
            <pc:sldMk cId="1712193003" sldId="2147472418"/>
            <ac:picMk id="4" creationId="{2A194B1A-90D5-D476-9686-3E482202F0DA}"/>
          </ac:picMkLst>
        </pc:picChg>
        <pc:picChg chg="add mod">
          <ac:chgData name="Munusamy, Arunprakash CTR (NHTSA)" userId="ff668d3c-50fe-46df-8868-e2a4e94828fb" providerId="ADAL" clId="{CB6CF373-DB7D-404C-9924-B5A295BEAD24}" dt="2025-12-08T15:55:17.029" v="3294" actId="1076"/>
          <ac:picMkLst>
            <pc:docMk/>
            <pc:sldMk cId="1712193003" sldId="2147472418"/>
            <ac:picMk id="5" creationId="{271FD699-1C70-96EE-706F-B9E82502949D}"/>
          </ac:picMkLst>
        </pc:picChg>
        <pc:picChg chg="del">
          <ac:chgData name="Munusamy, Arunprakash CTR (NHTSA)" userId="ff668d3c-50fe-46df-8868-e2a4e94828fb" providerId="ADAL" clId="{CB6CF373-DB7D-404C-9924-B5A295BEAD24}" dt="2025-12-07T20:14:46.501" v="591" actId="478"/>
          <ac:picMkLst>
            <pc:docMk/>
            <pc:sldMk cId="1712193003" sldId="2147472418"/>
            <ac:picMk id="5" creationId="{DA657DDB-0778-C277-8A65-288A039BB3FB}"/>
          </ac:picMkLst>
        </pc:picChg>
      </pc:sldChg>
      <pc:sldChg chg="addSp delSp modSp add mod">
        <pc:chgData name="Munusamy, Arunprakash CTR (NHTSA)" userId="ff668d3c-50fe-46df-8868-e2a4e94828fb" providerId="ADAL" clId="{CB6CF373-DB7D-404C-9924-B5A295BEAD24}" dt="2025-12-08T17:25:56.718" v="3332" actId="20577"/>
        <pc:sldMkLst>
          <pc:docMk/>
          <pc:sldMk cId="480479517" sldId="2147472419"/>
        </pc:sldMkLst>
        <pc:spChg chg="mod">
          <ac:chgData name="Munusamy, Arunprakash CTR (NHTSA)" userId="ff668d3c-50fe-46df-8868-e2a4e94828fb" providerId="ADAL" clId="{CB6CF373-DB7D-404C-9924-B5A295BEAD24}" dt="2025-12-07T20:15:58.398" v="611" actId="20577"/>
          <ac:spMkLst>
            <pc:docMk/>
            <pc:sldMk cId="480479517" sldId="2147472419"/>
            <ac:spMk id="2" creationId="{D11C649D-7255-A584-8584-C60F10FA4F11}"/>
          </ac:spMkLst>
        </pc:spChg>
        <pc:spChg chg="add mod">
          <ac:chgData name="Munusamy, Arunprakash CTR (NHTSA)" userId="ff668d3c-50fe-46df-8868-e2a4e94828fb" providerId="ADAL" clId="{CB6CF373-DB7D-404C-9924-B5A295BEAD24}" dt="2025-12-07T20:46:06.462" v="2736" actId="14100"/>
          <ac:spMkLst>
            <pc:docMk/>
            <pc:sldMk cId="480479517" sldId="2147472419"/>
            <ac:spMk id="8" creationId="{2E4C4770-F1FB-B1BF-7237-5D9B18F52460}"/>
          </ac:spMkLst>
        </pc:spChg>
        <pc:spChg chg="add mod">
          <ac:chgData name="Munusamy, Arunprakash CTR (NHTSA)" userId="ff668d3c-50fe-46df-8868-e2a4e94828fb" providerId="ADAL" clId="{CB6CF373-DB7D-404C-9924-B5A295BEAD24}" dt="2025-12-08T17:25:56.718" v="3332" actId="20577"/>
          <ac:spMkLst>
            <pc:docMk/>
            <pc:sldMk cId="480479517" sldId="2147472419"/>
            <ac:spMk id="9" creationId="{5AEAD057-1C76-DECF-ADB0-98C56156B38C}"/>
          </ac:spMkLst>
        </pc:spChg>
        <pc:picChg chg="del">
          <ac:chgData name="Munusamy, Arunprakash CTR (NHTSA)" userId="ff668d3c-50fe-46df-8868-e2a4e94828fb" providerId="ADAL" clId="{CB6CF373-DB7D-404C-9924-B5A295BEAD24}" dt="2025-12-07T20:17:03.799" v="625" actId="478"/>
          <ac:picMkLst>
            <pc:docMk/>
            <pc:sldMk cId="480479517" sldId="2147472419"/>
            <ac:picMk id="4" creationId="{2A194B1A-90D5-D476-9686-3E482202F0DA}"/>
          </ac:picMkLst>
        </pc:picChg>
        <pc:picChg chg="add mod">
          <ac:chgData name="Munusamy, Arunprakash CTR (NHTSA)" userId="ff668d3c-50fe-46df-8868-e2a4e94828fb" providerId="ADAL" clId="{CB6CF373-DB7D-404C-9924-B5A295BEAD24}" dt="2025-12-07T20:17:05.784" v="630"/>
          <ac:picMkLst>
            <pc:docMk/>
            <pc:sldMk cId="480479517" sldId="2147472419"/>
            <ac:picMk id="5" creationId="{B3E55E38-D03A-9CB9-3AFF-A44F029E5063}"/>
          </ac:picMkLst>
        </pc:picChg>
        <pc:picChg chg="add mod">
          <ac:chgData name="Munusamy, Arunprakash CTR (NHTSA)" userId="ff668d3c-50fe-46df-8868-e2a4e94828fb" providerId="ADAL" clId="{CB6CF373-DB7D-404C-9924-B5A295BEAD24}" dt="2025-12-07T20:17:45.323" v="635" actId="1076"/>
          <ac:picMkLst>
            <pc:docMk/>
            <pc:sldMk cId="480479517" sldId="2147472419"/>
            <ac:picMk id="7" creationId="{4A352CC2-FA54-8449-81FE-67A7E6A4B3ED}"/>
          </ac:picMkLst>
        </pc:picChg>
        <pc:cxnChg chg="add">
          <ac:chgData name="Munusamy, Arunprakash CTR (NHTSA)" userId="ff668d3c-50fe-46df-8868-e2a4e94828fb" providerId="ADAL" clId="{CB6CF373-DB7D-404C-9924-B5A295BEAD24}" dt="2025-12-07T20:46:58.824" v="2737" actId="11529"/>
          <ac:cxnSpMkLst>
            <pc:docMk/>
            <pc:sldMk cId="480479517" sldId="2147472419"/>
            <ac:cxnSpMk id="11" creationId="{4FD8DF41-B720-0D64-4BA0-D314DC1D74C9}"/>
          </ac:cxnSpMkLst>
        </pc:cxnChg>
      </pc:sldChg>
      <pc:sldChg chg="new del">
        <pc:chgData name="Munusamy, Arunprakash CTR (NHTSA)" userId="ff668d3c-50fe-46df-8868-e2a4e94828fb" providerId="ADAL" clId="{CB6CF373-DB7D-404C-9924-B5A295BEAD24}" dt="2025-12-07T20:33:51.362" v="2177" actId="2696"/>
        <pc:sldMkLst>
          <pc:docMk/>
          <pc:sldMk cId="2744323820" sldId="2147472420"/>
        </pc:sldMkLst>
      </pc:sldChg>
      <pc:sldChg chg="modSp mod">
        <pc:chgData name="Munusamy, Arunprakash CTR (NHTSA)" userId="ff668d3c-50fe-46df-8868-e2a4e94828fb" providerId="ADAL" clId="{CB6CF373-DB7D-404C-9924-B5A295BEAD24}" dt="2025-12-08T17:26:18.733" v="3351" actId="20577"/>
        <pc:sldMkLst>
          <pc:docMk/>
          <pc:sldMk cId="2876058951" sldId="2147472421"/>
        </pc:sldMkLst>
        <pc:spChg chg="mod">
          <ac:chgData name="Munusamy, Arunprakash CTR (NHTSA)" userId="ff668d3c-50fe-46df-8868-e2a4e94828fb" providerId="ADAL" clId="{CB6CF373-DB7D-404C-9924-B5A295BEAD24}" dt="2025-12-07T20:19:56.334" v="825" actId="20577"/>
          <ac:spMkLst>
            <pc:docMk/>
            <pc:sldMk cId="2876058951" sldId="2147472421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8T17:26:18.733" v="3351" actId="20577"/>
          <ac:spMkLst>
            <pc:docMk/>
            <pc:sldMk cId="2876058951" sldId="2147472421"/>
            <ac:spMk id="3" creationId="{E66AAB3E-E7BB-1CA4-7B0D-9E7C34A275C3}"/>
          </ac:spMkLst>
        </pc:spChg>
      </pc:sldChg>
      <pc:sldChg chg="modSp add mod">
        <pc:chgData name="Munusamy, Arunprakash CTR (NHTSA)" userId="ff668d3c-50fe-46df-8868-e2a4e94828fb" providerId="ADAL" clId="{CB6CF373-DB7D-404C-9924-B5A295BEAD24}" dt="2025-12-08T15:41:50.194" v="3271" actId="20577"/>
        <pc:sldMkLst>
          <pc:docMk/>
          <pc:sldMk cId="1230075988" sldId="2147472422"/>
        </pc:sldMkLst>
        <pc:spChg chg="mod">
          <ac:chgData name="Munusamy, Arunprakash CTR (NHTSA)" userId="ff668d3c-50fe-46df-8868-e2a4e94828fb" providerId="ADAL" clId="{CB6CF373-DB7D-404C-9924-B5A295BEAD24}" dt="2025-12-07T20:21:54.716" v="1113" actId="20577"/>
          <ac:spMkLst>
            <pc:docMk/>
            <pc:sldMk cId="1230075988" sldId="2147472422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8T15:41:50.194" v="3271" actId="20577"/>
          <ac:spMkLst>
            <pc:docMk/>
            <pc:sldMk cId="1230075988" sldId="2147472422"/>
            <ac:spMk id="3" creationId="{E66AAB3E-E7BB-1CA4-7B0D-9E7C34A275C3}"/>
          </ac:spMkLst>
        </pc:spChg>
      </pc:sldChg>
      <pc:sldChg chg="modSp add mod">
        <pc:chgData name="Munusamy, Arunprakash CTR (NHTSA)" userId="ff668d3c-50fe-46df-8868-e2a4e94828fb" providerId="ADAL" clId="{CB6CF373-DB7D-404C-9924-B5A295BEAD24}" dt="2025-12-08T17:27:03.998" v="3359" actId="20577"/>
        <pc:sldMkLst>
          <pc:docMk/>
          <pc:sldMk cId="1261070948" sldId="2147472423"/>
        </pc:sldMkLst>
        <pc:spChg chg="mod">
          <ac:chgData name="Munusamy, Arunprakash CTR (NHTSA)" userId="ff668d3c-50fe-46df-8868-e2a4e94828fb" providerId="ADAL" clId="{CB6CF373-DB7D-404C-9924-B5A295BEAD24}" dt="2025-12-07T20:30:05.155" v="1868" actId="20577"/>
          <ac:spMkLst>
            <pc:docMk/>
            <pc:sldMk cId="1261070948" sldId="2147472423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8T17:27:03.998" v="3359" actId="20577"/>
          <ac:spMkLst>
            <pc:docMk/>
            <pc:sldMk cId="1261070948" sldId="2147472423"/>
            <ac:spMk id="3" creationId="{E66AAB3E-E7BB-1CA4-7B0D-9E7C34A275C3}"/>
          </ac:spMkLst>
        </pc:spChg>
      </pc:sldChg>
      <pc:sldChg chg="modSp add mod">
        <pc:chgData name="Munusamy, Arunprakash CTR (NHTSA)" userId="ff668d3c-50fe-46df-8868-e2a4e94828fb" providerId="ADAL" clId="{CB6CF373-DB7D-404C-9924-B5A295BEAD24}" dt="2025-12-07T20:36:57.207" v="2365" actId="20577"/>
        <pc:sldMkLst>
          <pc:docMk/>
          <pc:sldMk cId="3721104126" sldId="2147472424"/>
        </pc:sldMkLst>
        <pc:spChg chg="mod">
          <ac:chgData name="Munusamy, Arunprakash CTR (NHTSA)" userId="ff668d3c-50fe-46df-8868-e2a4e94828fb" providerId="ADAL" clId="{CB6CF373-DB7D-404C-9924-B5A295BEAD24}" dt="2025-12-07T20:35:49.343" v="2205" actId="20577"/>
          <ac:spMkLst>
            <pc:docMk/>
            <pc:sldMk cId="3721104126" sldId="2147472424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7T20:36:57.207" v="2365" actId="20577"/>
          <ac:spMkLst>
            <pc:docMk/>
            <pc:sldMk cId="3721104126" sldId="2147472424"/>
            <ac:spMk id="3" creationId="{E66AAB3E-E7BB-1CA4-7B0D-9E7C34A275C3}"/>
          </ac:spMkLst>
        </pc:spChg>
      </pc:sldChg>
      <pc:sldChg chg="modSp add mod">
        <pc:chgData name="Munusamy, Arunprakash CTR (NHTSA)" userId="ff668d3c-50fe-46df-8868-e2a4e94828fb" providerId="ADAL" clId="{CB6CF373-DB7D-404C-9924-B5A295BEAD24}" dt="2025-12-08T17:30:45.009" v="3375" actId="20577"/>
        <pc:sldMkLst>
          <pc:docMk/>
          <pc:sldMk cId="308809852" sldId="2147472425"/>
        </pc:sldMkLst>
        <pc:spChg chg="mod">
          <ac:chgData name="Munusamy, Arunprakash CTR (NHTSA)" userId="ff668d3c-50fe-46df-8868-e2a4e94828fb" providerId="ADAL" clId="{CB6CF373-DB7D-404C-9924-B5A295BEAD24}" dt="2025-12-07T20:37:19.935" v="2395" actId="20577"/>
          <ac:spMkLst>
            <pc:docMk/>
            <pc:sldMk cId="308809852" sldId="2147472425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8T17:30:45.009" v="3375" actId="20577"/>
          <ac:spMkLst>
            <pc:docMk/>
            <pc:sldMk cId="308809852" sldId="2147472425"/>
            <ac:spMk id="3" creationId="{E66AAB3E-E7BB-1CA4-7B0D-9E7C34A275C3}"/>
          </ac:spMkLst>
        </pc:spChg>
      </pc:sldChg>
      <pc:sldChg chg="modSp mod">
        <pc:chgData name="Munusamy, Arunprakash CTR (NHTSA)" userId="ff668d3c-50fe-46df-8868-e2a4e94828fb" providerId="ADAL" clId="{CB6CF373-DB7D-404C-9924-B5A295BEAD24}" dt="2025-12-07T20:41:19.298" v="2672" actId="14734"/>
        <pc:sldMkLst>
          <pc:docMk/>
          <pc:sldMk cId="610369062" sldId="2147472426"/>
        </pc:sldMkLst>
        <pc:graphicFrameChg chg="mod modGraphic">
          <ac:chgData name="Munusamy, Arunprakash CTR (NHTSA)" userId="ff668d3c-50fe-46df-8868-e2a4e94828fb" providerId="ADAL" clId="{CB6CF373-DB7D-404C-9924-B5A295BEAD24}" dt="2025-12-07T20:41:19.298" v="2672" actId="14734"/>
          <ac:graphicFrameMkLst>
            <pc:docMk/>
            <pc:sldMk cId="610369062" sldId="2147472426"/>
            <ac:graphicFrameMk id="5" creationId="{79970AD5-CA24-9C93-FD1F-9DEB1643D386}"/>
          </ac:graphicFrameMkLst>
        </pc:graphicFrameChg>
      </pc:sldChg>
      <pc:sldChg chg="modSp add mod">
        <pc:chgData name="Munusamy, Arunprakash CTR (NHTSA)" userId="ff668d3c-50fe-46df-8868-e2a4e94828fb" providerId="ADAL" clId="{CB6CF373-DB7D-404C-9924-B5A295BEAD24}" dt="2025-12-08T17:32:44.360" v="3376" actId="6549"/>
        <pc:sldMkLst>
          <pc:docMk/>
          <pc:sldMk cId="1883330145" sldId="2147472427"/>
        </pc:sldMkLst>
        <pc:spChg chg="mod">
          <ac:chgData name="Munusamy, Arunprakash CTR (NHTSA)" userId="ff668d3c-50fe-46df-8868-e2a4e94828fb" providerId="ADAL" clId="{CB6CF373-DB7D-404C-9924-B5A295BEAD24}" dt="2025-12-07T20:41:51.075" v="2703" actId="20577"/>
          <ac:spMkLst>
            <pc:docMk/>
            <pc:sldMk cId="1883330145" sldId="2147472427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8T17:32:44.360" v="3376" actId="6549"/>
          <ac:spMkLst>
            <pc:docMk/>
            <pc:sldMk cId="1883330145" sldId="2147472427"/>
            <ac:spMk id="3" creationId="{E66AAB3E-E7BB-1CA4-7B0D-9E7C34A275C3}"/>
          </ac:spMkLst>
        </pc:spChg>
      </pc:sldChg>
      <pc:sldChg chg="modSp mod">
        <pc:chgData name="Munusamy, Arunprakash CTR (NHTSA)" userId="ff668d3c-50fe-46df-8868-e2a4e94828fb" providerId="ADAL" clId="{CB6CF373-DB7D-404C-9924-B5A295BEAD24}" dt="2025-12-08T17:33:41.261" v="3377" actId="20577"/>
        <pc:sldMkLst>
          <pc:docMk/>
          <pc:sldMk cId="622159752" sldId="2147472428"/>
        </pc:sldMkLst>
        <pc:spChg chg="mod">
          <ac:chgData name="Munusamy, Arunprakash CTR (NHTSA)" userId="ff668d3c-50fe-46df-8868-e2a4e94828fb" providerId="ADAL" clId="{CB6CF373-DB7D-404C-9924-B5A295BEAD24}" dt="2025-12-08T17:33:41.261" v="3377" actId="20577"/>
          <ac:spMkLst>
            <pc:docMk/>
            <pc:sldMk cId="622159752" sldId="2147472428"/>
            <ac:spMk id="3" creationId="{00000000-0000-0000-0000-000000000000}"/>
          </ac:spMkLst>
        </pc:spChg>
      </pc:sldChg>
      <pc:sldMasterChg chg="delSldLayout">
        <pc:chgData name="Munusamy, Arunprakash CTR (NHTSA)" userId="ff668d3c-50fe-46df-8868-e2a4e94828fb" providerId="ADAL" clId="{CB6CF373-DB7D-404C-9924-B5A295BEAD24}" dt="2025-12-07T21:13:57.746" v="3223" actId="2696"/>
        <pc:sldMasterMkLst>
          <pc:docMk/>
          <pc:sldMasterMk cId="2209977519" sldId="2147483648"/>
        </pc:sldMasterMkLst>
        <pc:sldLayoutChg chg="del">
          <pc:chgData name="Munusamy, Arunprakash CTR (NHTSA)" userId="ff668d3c-50fe-46df-8868-e2a4e94828fb" providerId="ADAL" clId="{CB6CF373-DB7D-404C-9924-B5A295BEAD24}" dt="2025-12-07T21:13:57.746" v="3223" actId="2696"/>
          <pc:sldLayoutMkLst>
            <pc:docMk/>
            <pc:sldMasterMk cId="2209977519" sldId="2147483648"/>
            <pc:sldLayoutMk cId="4033810081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062F2-039B-4E86-A216-FF0B3912DA1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5E58E8-1C57-4FD8-86B6-AAAE482E3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71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58082-F318-42B1-9B3A-17B8BA73474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42900" y="365126"/>
            <a:ext cx="840105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42900" y="1554480"/>
            <a:ext cx="8401050" cy="4846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Line"/>
          <p:cNvSpPr/>
          <p:nvPr userDrawn="1"/>
        </p:nvSpPr>
        <p:spPr>
          <a:xfrm>
            <a:off x="342900" y="1359435"/>
            <a:ext cx="8401050" cy="1"/>
          </a:xfrm>
          <a:prstGeom prst="line">
            <a:avLst/>
          </a:prstGeom>
          <a:ln w="41275" cap="rnd">
            <a:solidFill>
              <a:srgbClr val="929292"/>
            </a:solidFill>
            <a:custDash>
              <a:ds d="100000" sp="200000"/>
            </a:custDash>
          </a:ln>
        </p:spPr>
        <p:txBody>
          <a:bodyPr lIns="0" tIns="0" rIns="0" bIns="0" anchor="ctr"/>
          <a:lstStyle/>
          <a:p>
            <a:pPr defTabSz="619125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9463175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298575"/>
          </a:xfrm>
        </p:spPr>
        <p:txBody>
          <a:bodyPr/>
          <a:lstStyle/>
          <a:p>
            <a:r>
              <a:rPr lang="en-US" dirty="0"/>
              <a:t>SPARKS AI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0500" y="3238500"/>
            <a:ext cx="6400800" cy="742950"/>
          </a:xfrm>
        </p:spPr>
        <p:txBody>
          <a:bodyPr>
            <a:normAutofit/>
          </a:bodyPr>
          <a:lstStyle/>
          <a:p>
            <a:r>
              <a:rPr lang="en-US" sz="1800" dirty="0"/>
              <a:t>Enabling natural-language "Ask SPARKS" - Options &amp; Recommendation.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Current SPARKS search - what it does today</a:t>
            </a:r>
          </a:p>
          <a:p>
            <a:r>
              <a:rPr lang="en-US" sz="2400" dirty="0"/>
              <a:t>The gap - what it cannot do</a:t>
            </a:r>
          </a:p>
          <a:p>
            <a:r>
              <a:rPr lang="en-US" sz="2400" dirty="0"/>
              <a:t>Two options: Option 1 (Generative AI / RAG) and Option 2 (Agentic)</a:t>
            </a:r>
          </a:p>
          <a:p>
            <a:r>
              <a:rPr lang="en-US" sz="2400" dirty="0"/>
              <a:t>LLM &amp; vectorization decision (pgvector?)</a:t>
            </a:r>
          </a:p>
          <a:p>
            <a:r>
              <a:rPr lang="en-US" sz="2400" dirty="0"/>
              <a:t>Cost (NO-COST-now), effort &amp; timeline</a:t>
            </a:r>
          </a:p>
          <a:p>
            <a:r>
              <a:rPr lang="en-US" sz="2400" dirty="0"/>
              <a:t>Production readiness - security, IaC, SLOs</a:t>
            </a:r>
          </a:p>
          <a:p>
            <a:r>
              <a:rPr lang="en-US" sz="2400" dirty="0"/>
              <a:t>Recommendation, roadmap, and the 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we're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request : research &amp; identify options to enable prompt / natural-language searching in SPARKS.</a:t>
            </a:r>
          </a:p>
          <a:p>
            <a:r>
              <a:rPr lang="en-US" sz="2400" dirty="0"/>
              <a:t>Deliver an ER diagram, research content, and a proposal - reviewed by FED.</a:t>
            </a:r>
          </a:p>
          <a:p>
            <a:r>
              <a:rPr lang="en-US" sz="2400" dirty="0"/>
              <a:t>Hard constraint: Bedrock is available in our account, but ZERO cost until the FED Lead approves AI use in Dev.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Current state - SPARKS search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PostgreSQL builders write denormalized documents to the open_search_json outbox.</a:t>
            </a:r>
          </a:p>
          <a:p>
            <a:r>
              <a:rPr lang="en-US" dirty="0"/>
              <a:t>A scheduled pipeline (EventBridge, Lambda, SQS, Lambda) indexes them into Amazon OpenSearch.</a:t>
            </a:r>
          </a:p>
          <a:p>
            <a:r>
              <a:rPr lang="en-US" dirty="0"/>
              <a:t>Users search via pills / filters / keyword over 8 indexes (vehicle, equipment, investigations, legacy).</a:t>
            </a:r>
          </a:p>
          <a:p>
            <a:r>
              <a:rPr lang="en-US" dirty="0"/>
              <a:t>Strength: excellent at exact, structured lookups.</a:t>
            </a:r>
          </a:p>
          <a:p>
            <a:r>
              <a:rPr lang="en-US" dirty="0"/>
              <a:t>Every document already carries a uniqueId (e.g. legacy_equipment:12251) - a ready-made citation key.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gap - what today's search cannot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Answer natural-language questions</a:t>
            </a:r>
          </a:p>
          <a:p>
            <a:r>
              <a:rPr lang="en-US" sz="2400" dirty="0"/>
              <a:t>Semantic similarity - 'find failures like this one'</a:t>
            </a:r>
          </a:p>
          <a:p>
            <a:r>
              <a:rPr lang="en-US" sz="2400" dirty="0"/>
              <a:t>Summarize or reason across multiple records</a:t>
            </a:r>
          </a:p>
          <a:p>
            <a:r>
              <a:rPr lang="en-US" sz="2400" dirty="0"/>
              <a:t>Support follow-up questions in context</a:t>
            </a:r>
          </a:p>
          <a:p>
            <a:r>
              <a:rPr lang="en-US" sz="2400" dirty="0"/>
              <a:t>Return grounded answers with citations</a:t>
            </a:r>
          </a:p>
          <a:p>
            <a:r>
              <a:rPr lang="en-US" sz="2400" dirty="0"/>
              <a:t>Keyword search matches terms; understanding meaning requires embeddings + an LLM.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Guiding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Don't disrupt production search - the existing OpenSearch pipeline is untouched.</a:t>
            </a:r>
          </a:p>
          <a:p>
            <a:r>
              <a:rPr lang="en-US" sz="2400" dirty="0"/>
              <a:t>One user experience, not two searches - add a chat box; route exact vs. semantic behind the scenes.</a:t>
            </a:r>
          </a:p>
          <a:p>
            <a:r>
              <a:rPr lang="en-US" sz="2400" dirty="0"/>
              <a:t>Reuse what exists - same outbox documents; reuse uniqueId as the citation key.</a:t>
            </a:r>
          </a:p>
          <a:p>
            <a:r>
              <a:rPr lang="en-US" sz="2400" dirty="0"/>
              <a:t>Governable &amp; grounded - read-only access, least-privilege, guardrails, cited answers.</a:t>
            </a:r>
          </a:p>
          <a:p>
            <a:r>
              <a:rPr lang="en-US" sz="2400" dirty="0"/>
              <a:t>Evolvable - build RAG first; make Agentic an additive step.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1 - Generative AI /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Ask SPARKS chat box: retrieve relevant SPARKS data, then Claude generates a grounded answer with citations.</a:t>
            </a:r>
          </a:p>
          <a:p>
            <a:r>
              <a:rPr lang="en-US" sz="2400" dirty="0"/>
              <a:t>Prepare (scheduled): read-only extractor -&gt; curated S3 search content -&gt; Bedrock Knowledge Base embeds -&gt; vector index.</a:t>
            </a:r>
          </a:p>
          <a:p>
            <a:r>
              <a:rPr lang="en-US" sz="2400" dirty="0"/>
              <a:t>Answer (live): user question -&gt; retrieve top matches from vector index -&gt; Claude writes a grounded answer. Exact/filter still uses existing OpenSearch.</a:t>
            </a:r>
          </a:p>
          <a:p>
            <a:r>
              <a:rPr lang="en-US" sz="2400" dirty="0"/>
              <a:t>Best for: Q&amp;A, summaries, similar cases, follow-ups. Simpler, easy to govern - near-term recommendation.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2 - Agentic Hybrid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Same chat box, but an agent decides which approved tools to call and reasons across multiple steps.</a:t>
            </a:r>
          </a:p>
          <a:p>
            <a:r>
              <a:rPr lang="en-US" sz="2400" dirty="0"/>
              <a:t>Tool: openSearchSearch() - the EXISTING index, reused as a tool.</a:t>
            </a:r>
          </a:p>
          <a:p>
            <a:r>
              <a:rPr lang="en-US" sz="2400" dirty="0"/>
              <a:t>Tool: semanticSearch() - the Option 1 vector index.</a:t>
            </a:r>
          </a:p>
          <a:p>
            <a:r>
              <a:rPr lang="en-US" sz="2400" dirty="0"/>
              <a:t>Tool: getInvestigation() / getVehicle() / getEquipment() - read-only record lookups (no raw SQL).</a:t>
            </a:r>
          </a:p>
          <a:p>
            <a:r>
              <a:rPr lang="en-US" sz="2400" dirty="0"/>
              <a:t>Best for complex, multi-step questions. An evolution of Option 1 - same content, same citations.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 compared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Interface: both use the same Ask SPARKS chat box.</a:t>
            </a:r>
          </a:p>
          <a:p>
            <a:r>
              <a:rPr lang="en-US" sz="2400" dirty="0"/>
              <a:t>Option 1 (RAG): retrieve -&gt; generate | lower complexity | best for Q&amp;A, summaries, similar cases | BUILD FIRST.</a:t>
            </a:r>
          </a:p>
          <a:p>
            <a:r>
              <a:rPr lang="en-US" sz="2400" dirty="0"/>
              <a:t>Option 2 (Agentic): plan -&gt; call tools -&gt; generate | higher complexity | best for multi-step | ADDITIVE EVOLUTION.</a:t>
            </a:r>
          </a:p>
          <a:p>
            <a:r>
              <a:rPr lang="en-US" sz="2400" dirty="0"/>
              <a:t>Both reuse the existing OpenSearch; the current structured search is unchanged.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deferred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Text-to-SQL agent - injection / governance risk on production PostgreSQL.</a:t>
            </a:r>
          </a:p>
          <a:p>
            <a:r>
              <a:rPr lang="en-US" sz="2400" dirty="0"/>
              <a:t>Fine-tuned domain model - cost, data handling, retraining burden.</a:t>
            </a:r>
          </a:p>
          <a:p>
            <a:r>
              <a:rPr lang="en-US" sz="2400" dirty="0"/>
              <a:t>GraphRAG / knowledge graph - high build cost; revisit for cross-failure pattern mining.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LLM &amp; vectorization - the key technical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LLM: Claude on Amazon Bedrock (standard, pay-per-token, strong grounding).</a:t>
            </a:r>
          </a:p>
          <a:p>
            <a:r>
              <a:rPr lang="en-US" sz="2400" dirty="0"/>
              <a:t>Vectorization NEEDED: semantic search requires embeddings (Amazon Titan) + a vector store.</a:t>
            </a:r>
          </a:p>
          <a:p>
            <a:r>
              <a:rPr lang="en-US" sz="2400" dirty="0"/>
              <a:t>pgvector? NO (not v1): use an OpenSearch vector index - SPARKS already runs OpenSearch; hybrid keyword+vector.</a:t>
            </a:r>
          </a:p>
          <a:p>
            <a:r>
              <a:rPr lang="en-US" sz="2400" dirty="0"/>
              <a:t>pgvector would add vector load + an extension + change-control risk to the PRODUCTION database.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Cost - and our NO-COST-now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Today: $0 in AWS. Nothing provisioned. Research + proposal only.</a:t>
            </a:r>
          </a:p>
          <a:p>
            <a:r>
              <a:rPr lang="en-US" sz="2400" dirty="0"/>
              <a:t>After approval (Dev pilot, estimates): one-time embedding ~tens of dollars (one time).</a:t>
            </a:r>
          </a:p>
          <a:p>
            <a:r>
              <a:rPr lang="en-US" sz="2400" dirty="0"/>
              <a:t>Per query: cents (Option 1); a few times that for Option 2 (more LLM turns).</a:t>
            </a:r>
          </a:p>
          <a:p>
            <a:r>
              <a:rPr lang="en-US" sz="2400" dirty="0"/>
              <a:t>Monthly Dev pilot: low tens to low hundreds of dollars + small vector capacity.</a:t>
            </a:r>
          </a:p>
          <a:p>
            <a:r>
              <a:rPr lang="en-US" sz="2400" dirty="0"/>
              <a:t>Levers: re-embed only changed docs; cap top_k &amp; context; Haiku for classify / Sonnet for answers; AWS Budgets hard cap.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Effort &amp; timeline (Dev pilot)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Option 1 (RAG): extractor -&gt; S3, vector index + KB, Ask API + chat box, evaluation. Rough order ~3-5 weeks.</a:t>
            </a:r>
          </a:p>
          <a:p>
            <a:r>
              <a:rPr lang="en-US" sz="2400" dirty="0"/>
              <a:t>Option 2 (Agentic, additive): agent + tools + guardrails. +2-4 weeks.</a:t>
            </a:r>
          </a:p>
          <a:p>
            <a:r>
              <a:rPr lang="en-US" sz="2400" dirty="0"/>
              <a:t>One developer/engineer + 50% time of solution architect.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Production-ready - SPARKS owns the full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Locked design: Claude + Titan on Bedrock; OpenSearch Serverless vector collection (separate from prod search).</a:t>
            </a:r>
          </a:p>
          <a:p>
            <a:r>
              <a:rPr lang="en-US" sz="2400" dirty="0"/>
              <a:t>Security: private VPC, least-privilege IAM, KMS, Bedrock Guardrails, CloudTrail audit, citations.</a:t>
            </a:r>
          </a:p>
          <a:p>
            <a:r>
              <a:rPr lang="en-US" sz="2400" dirty="0"/>
              <a:t>Operability: CloudWatch dashboards, SLOs (p95 latency, freshness &lt;= 20 min), AWS Budgets hard cap.</a:t>
            </a:r>
          </a:p>
          <a:p>
            <a:r>
              <a:rPr lang="en-US" sz="2400" dirty="0"/>
              <a:t>IaC: modular Terraform (deployed via CI/CD, e.g. Jenkins) - one toggle switches Option 1 and Option 2; nothing applies until approved.</a:t>
            </a:r>
          </a:p>
          <a:p>
            <a:r>
              <a:rPr lang="en-US" sz="2400" dirty="0"/>
              <a:t>Rollback: feature-flag kill switch; AI layer is derived &amp; read-only - zero data-loss risk.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- old vs. new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EXISTING (reused, untouched): RDS/PostgreSQL + builders; open_search_json outbox; 2 indexer Lambdas; SQS FIFO; OpenSearch sparks-stage (8 indexes); API Gateway + Okta Lambda Authorizer.</a:t>
            </a:r>
          </a:p>
          <a:p>
            <a:r>
              <a:rPr lang="en-US" dirty="0"/>
              <a:t>NEW - Option 1 (RAG): 1 S3 bucket (8 domain folders); 2 Lambdas (extractor, Ask-SPARKS); 1 Bedrock Knowledge Base; 1 vector index (OpenSearch Serverless); 1 Guardrail; /ask API route (existing authorizer).</a:t>
            </a:r>
          </a:p>
          <a:p>
            <a:r>
              <a:rPr lang="en-US" dirty="0"/>
              <a:t>Bedrock models: 2 (Amazon Titan = embeddings, Claude = answers). Optional 3rd (Claude Haiku) later for cost. Models are invoked pay-per-token - nothing to host.</a:t>
            </a:r>
          </a:p>
          <a:p>
            <a:r>
              <a:rPr lang="en-US" dirty="0"/>
              <a:t>NEW - Option 2 (Agentic, additive): 1 Bedrock Agent; 3 tool Lambdas (semanticSearch, openSearchSearch, getInvestigation/Vehicle/Equipment); 3 Action Groups; 3 read-only RDS views. Reuses Option 1's S3, KB, vector index, Claude.</a:t>
            </a:r>
          </a:p>
          <a:p>
            <a:r>
              <a:rPr lang="en-US" dirty="0"/>
              <a:t>Supporting: KMS key, SQS DLQ, SSM watermark, 1 refresh schedule, CloudWatch dashboard + AWS Budget cap.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Recommendation: build Option 1 (RAG) first - governable near-term value - so Option 2 (Agentic) is additive.</a:t>
            </a:r>
          </a:p>
          <a:p>
            <a:r>
              <a:rPr lang="en-US" sz="2400" dirty="0"/>
              <a:t>Phase 0 Foundations: approvals + provision Dev via IaC (gated).</a:t>
            </a:r>
          </a:p>
          <a:p>
            <a:r>
              <a:rPr lang="en-US" sz="2400" dirty="0"/>
              <a:t>Phase 1 RAG MVP: Ask SPARKS chat box with citations (capped Dev).</a:t>
            </a:r>
          </a:p>
          <a:p>
            <a:r>
              <a:rPr lang="en-US" sz="2400" dirty="0"/>
              <a:t>Phase 2 Enrich + evaluate: richer search content + golden-set gate (small).</a:t>
            </a:r>
          </a:p>
          <a:p>
            <a:r>
              <a:rPr lang="en-US" sz="2400" dirty="0"/>
              <a:t>Phase 3 Agentic (Option 2): agent + tools for multi-step questions (higher).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From the FED /stakeholders: approve Bedrock use in the Dev environment (unlocks the capped pilot).</a:t>
            </a:r>
          </a:p>
          <a:p>
            <a:r>
              <a:rPr lang="en-US" sz="2400" dirty="0"/>
              <a:t>Agree evaluation thresholds and the monthly Dev cost cap.</a:t>
            </a:r>
          </a:p>
          <a:p>
            <a:r>
              <a:rPr lang="en-US" sz="2400" dirty="0"/>
              <a:t>We'll confirm document counts per index + current Bedrock Dev rates.</a:t>
            </a:r>
          </a:p>
          <a:p>
            <a:r>
              <a:rPr lang="en-US" sz="2400" dirty="0"/>
              <a:t>Then: provision Dev via Terraform/Jenkins -&gt; backfill -&gt; evaluate with SMEs -&gt; pilot -&gt; decide on Prod / Option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1963</TotalTime>
  <Words>1127</Words>
  <Application>Microsoft Office PowerPoint</Application>
  <PresentationFormat>On-screen Show (4:3)</PresentationFormat>
  <Paragraphs>85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SPARKS AI Search</vt:lpstr>
      <vt:lpstr>Agenda</vt:lpstr>
      <vt:lpstr>Why we're here</vt:lpstr>
      <vt:lpstr>Current state - SPARKS search today</vt:lpstr>
      <vt:lpstr>The gap - what today's search cannot do</vt:lpstr>
      <vt:lpstr>Guiding principles</vt:lpstr>
      <vt:lpstr>Option 1 - Generative AI / RAG</vt:lpstr>
      <vt:lpstr>Option 2 - Agentic Hybrid</vt:lpstr>
      <vt:lpstr>Options compared</vt:lpstr>
      <vt:lpstr>What is deferred</vt:lpstr>
      <vt:lpstr>LLM &amp; vectorization - the key technical decision</vt:lpstr>
      <vt:lpstr>Cost - and our NO-COST-now posture</vt:lpstr>
      <vt:lpstr>Effort &amp; timeline (Dev pilot)</vt:lpstr>
      <vt:lpstr>Production-ready - SPARKS owns the full stack</vt:lpstr>
      <vt:lpstr>Recommendation &amp; roadmap</vt:lpstr>
      <vt:lpstr>The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Das, Roopesh CTR (NHTSA)</dc:creator>
  <cp:keywords/>
  <dc:description>generated using python-pptx</dc:description>
  <cp:lastModifiedBy>Das, Roopesh CTR (NHTSA)</cp:lastModifiedBy>
  <cp:revision>21</cp:revision>
  <dcterms:created xsi:type="dcterms:W3CDTF">2013-01-27T09:14:16Z</dcterms:created>
  <dcterms:modified xsi:type="dcterms:W3CDTF">2026-10-13T16:59:56Z</dcterms:modified>
  <cp:category/>
</cp:coreProperties>
</file>